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16"/>
  </p:notesMasterIdLst>
  <p:sldIdLst>
    <p:sldId id="298" r:id="rId3"/>
    <p:sldId id="348" r:id="rId4"/>
    <p:sldId id="347" r:id="rId5"/>
    <p:sldId id="350" r:id="rId6"/>
    <p:sldId id="308" r:id="rId7"/>
    <p:sldId id="307" r:id="rId8"/>
    <p:sldId id="259" r:id="rId9"/>
    <p:sldId id="260" r:id="rId10"/>
    <p:sldId id="309" r:id="rId11"/>
    <p:sldId id="311" r:id="rId12"/>
    <p:sldId id="312" r:id="rId13"/>
    <p:sldId id="316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pPr/>
              <a:t>1/1/2023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0"/>
            <a:ext cx="7513502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4" y="2229400"/>
            <a:ext cx="2882538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8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8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8" y="2286619"/>
            <a:ext cx="2598070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1" y="2999128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3" y="3623107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2" y="2398143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6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0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2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3" y="2221239"/>
            <a:ext cx="2446188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8" cy="3323854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2" y="2668904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08" y="303727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499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cu.ac.ug/" TargetMode="External"/><Relationship Id="rId2" Type="http://schemas.openxmlformats.org/officeDocument/2006/relationships/hyperlink" Target="mailto:info@ucu.ac.u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887BB-2CE7-4045-B75E-FBD3C2B2E3E1}"/>
              </a:ext>
            </a:extLst>
          </p:cNvPr>
          <p:cNvSpPr txBox="1"/>
          <p:nvPr/>
        </p:nvSpPr>
        <p:spPr>
          <a:xfrm>
            <a:off x="912508" y="6050597"/>
            <a:ext cx="3108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Plot </a:t>
            </a:r>
            <a:r>
              <a:rPr lang="pt-B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9a, Ntinda View Crescent, Kampala. </a:t>
            </a:r>
          </a:p>
          <a:p>
            <a:pPr algn="just"/>
            <a:r>
              <a:rPr lang="pt-B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P.O. Box 101546 Kampala, Uganda . </a:t>
            </a:r>
          </a:p>
          <a:p>
            <a:pPr algn="just"/>
            <a:r>
              <a:rPr lang="pt-B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Telephone: +256 770 555505          </a:t>
            </a:r>
          </a:p>
          <a:p>
            <a:pPr algn="just"/>
            <a:r>
              <a:rPr lang="pt-B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Web: https://edify.org/uganda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68635-FFB8-4749-A552-EA6E1AD74A5B}"/>
              </a:ext>
            </a:extLst>
          </p:cNvPr>
          <p:cNvSpPr txBox="1"/>
          <p:nvPr/>
        </p:nvSpPr>
        <p:spPr>
          <a:xfrm>
            <a:off x="8349911" y="6050597"/>
            <a:ext cx="3308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Plot 67-173, </a:t>
            </a:r>
            <a:r>
              <a:rPr lang="en-US" sz="1200" dirty="0" err="1"/>
              <a:t>Mukono</a:t>
            </a:r>
            <a:r>
              <a:rPr lang="en-US" sz="1200" dirty="0"/>
              <a:t> Hill, Bishop Tucker Road</a:t>
            </a:r>
          </a:p>
          <a:p>
            <a:pPr algn="just"/>
            <a:r>
              <a:rPr lang="en-US" sz="1200" dirty="0"/>
              <a:t>P.O. Box 4, </a:t>
            </a:r>
            <a:r>
              <a:rPr lang="en-US" sz="1200" dirty="0" err="1"/>
              <a:t>Mukono</a:t>
            </a:r>
            <a:r>
              <a:rPr lang="en-US" sz="1200" dirty="0"/>
              <a:t>, Uganda </a:t>
            </a:r>
          </a:p>
          <a:p>
            <a:pPr algn="just"/>
            <a:r>
              <a:rPr lang="en-US" sz="1200" b="1" dirty="0"/>
              <a:t>Telephone:+256 312 350 800</a:t>
            </a:r>
            <a:r>
              <a:rPr lang="en-US" sz="1200" dirty="0"/>
              <a:t>. </a:t>
            </a:r>
          </a:p>
          <a:p>
            <a:pPr algn="just"/>
            <a:r>
              <a:rPr lang="en-US" sz="1200" dirty="0"/>
              <a:t>Email: </a:t>
            </a:r>
            <a:r>
              <a:rPr lang="en-US" sz="1200" dirty="0">
                <a:hlinkClick r:id="rId2"/>
              </a:rPr>
              <a:t>info@ucu.ac.ug</a:t>
            </a:r>
            <a:r>
              <a:rPr lang="en-US" sz="1200" dirty="0"/>
              <a:t>.  Web: </a:t>
            </a:r>
            <a:r>
              <a:rPr lang="en-US" sz="1200" dirty="0">
                <a:hlinkClick r:id="rId3"/>
              </a:rPr>
              <a:t>www.ucu.ac.ug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5F6A954A-5CAD-47C0-B424-54EACADCF3EC}"/>
              </a:ext>
            </a:extLst>
          </p:cNvPr>
          <p:cNvSpPr>
            <a:spLocks noChangeAspect="1"/>
          </p:cNvSpPr>
          <p:nvPr/>
        </p:nvSpPr>
        <p:spPr>
          <a:xfrm>
            <a:off x="5545888" y="1928597"/>
            <a:ext cx="324002" cy="324000"/>
          </a:xfrm>
          <a:custGeom>
            <a:avLst/>
            <a:gdLst/>
            <a:ahLst/>
            <a:cxnLst/>
            <a:rect l="l" t="t" r="r" b="b"/>
            <a:pathLst>
              <a:path w="3848188" h="3848188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EB11C59-EAD6-4732-B180-BC8397F43F66}"/>
              </a:ext>
            </a:extLst>
          </p:cNvPr>
          <p:cNvSpPr>
            <a:spLocks noChangeAspect="1"/>
          </p:cNvSpPr>
          <p:nvPr/>
        </p:nvSpPr>
        <p:spPr>
          <a:xfrm>
            <a:off x="6322352" y="1928597"/>
            <a:ext cx="298096" cy="324000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429" y="2517925"/>
            <a:ext cx="7785846" cy="3063901"/>
          </a:xfrm>
          <a:prstGeom prst="rect">
            <a:avLst/>
          </a:prstGeom>
        </p:spPr>
      </p:pic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314565" y="101634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000" dirty="0"/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319048" y="16662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000" dirty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336978" y="251792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By 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04532" y="2118966"/>
            <a:ext cx="4777152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/>
              <a:t>A </a:t>
            </a:r>
          </a:p>
          <a:p>
            <a:pPr algn="ctr"/>
            <a:r>
              <a:rPr lang="en-US" sz="4800" b="1" dirty="0"/>
              <a:t>Presentation </a:t>
            </a:r>
          </a:p>
          <a:p>
            <a:pPr algn="ctr"/>
            <a:r>
              <a:rPr lang="en-US" sz="4800" b="1" dirty="0"/>
              <a:t>to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016" y="4550110"/>
            <a:ext cx="58977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Christian Founded Private Schools in Uganda  </a:t>
            </a: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545886" y="1509099"/>
            <a:ext cx="4661840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cs typeface="Arial" pitchFamily="34" charset="0"/>
              </a:rPr>
              <a:t>“Failing to plan is planning to fail” 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5886" y="4468017"/>
            <a:ext cx="5805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Benjamin Franklin and Sir </a:t>
            </a:r>
            <a:r>
              <a:rPr lang="en-US" b="1" dirty="0">
                <a:latin typeface="Arial Black" panose="020B0A04020102020204" pitchFamily="34" charset="0"/>
              </a:rPr>
              <a:t>Winston Churchill</a:t>
            </a:r>
            <a:r>
              <a:rPr lang="en-US" dirty="0"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2F48212-1ABC-4E04-B750-22DFEB4B0D3C}"/>
              </a:ext>
            </a:extLst>
          </p:cNvPr>
          <p:cNvSpPr txBox="1">
            <a:spLocks/>
          </p:cNvSpPr>
          <p:nvPr/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Outcomes 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2F48212-1ABC-4E04-B750-22DFEB4B0D3C}"/>
              </a:ext>
            </a:extLst>
          </p:cNvPr>
          <p:cNvSpPr txBox="1">
            <a:spLocks/>
          </p:cNvSpPr>
          <p:nvPr/>
        </p:nvSpPr>
        <p:spPr>
          <a:xfrm>
            <a:off x="475930" y="907549"/>
            <a:ext cx="5689344" cy="5451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By the end of this session, participants should be in position to:</a:t>
            </a:r>
          </a:p>
          <a:p>
            <a:pPr marL="0" indent="0">
              <a:buNone/>
            </a:pPr>
            <a:endParaRPr lang="en-US" sz="3200" dirty="0"/>
          </a:p>
          <a:p>
            <a:pPr lvl="1"/>
            <a:r>
              <a:rPr lang="en-US" sz="2800" dirty="0"/>
              <a:t>Define financial literacy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Explain the different formats of financial management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83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F48212-1ABC-4E04-B750-22DFEB4B0D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 Defined</a:t>
            </a:r>
          </a:p>
        </p:txBody>
      </p:sp>
      <p:sp>
        <p:nvSpPr>
          <p:cNvPr id="16" name="직사각형 16">
            <a:extLst>
              <a:ext uri="{FF2B5EF4-FFF2-40B4-BE49-F238E27FC236}">
                <a16:creationId xmlns:a16="http://schemas.microsoft.com/office/drawing/2014/main" id="{F500E50E-0ED7-4499-888E-8E26EA8786A9}"/>
              </a:ext>
            </a:extLst>
          </p:cNvPr>
          <p:cNvSpPr/>
          <p:nvPr/>
        </p:nvSpPr>
        <p:spPr>
          <a:xfrm>
            <a:off x="5053395" y="2363860"/>
            <a:ext cx="562038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Financial literacy is</a:t>
            </a:r>
            <a:r>
              <a:rPr lang="en-US" sz="2200" dirty="0">
                <a:solidFill>
                  <a:schemeClr val="bg1"/>
                </a:solidFill>
              </a:rPr>
              <a:t> </a:t>
            </a:r>
            <a:r>
              <a:rPr lang="en-US" sz="2200" b="1" dirty="0">
                <a:solidFill>
                  <a:schemeClr val="bg1"/>
                </a:solidFill>
              </a:rPr>
              <a:t>the capability to appreciate and make use of a diversity of financial skills, including personal financial management, budgeting, and investing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  <a:endParaRPr lang="ko-KR" altLang="en-US" sz="22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61592">
            <a:off x="1137665" y="2153203"/>
            <a:ext cx="2857500" cy="333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08513-3C1D-44C9-A3E5-EB326BA8735D}"/>
              </a:ext>
            </a:extLst>
          </p:cNvPr>
          <p:cNvSpPr txBox="1"/>
          <p:nvPr/>
        </p:nvSpPr>
        <p:spPr>
          <a:xfrm>
            <a:off x="7378807" y="5458792"/>
            <a:ext cx="405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Manage all school finances through the bank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8B93A-C183-4B5F-B75B-FB88B6ECAB7C}"/>
              </a:ext>
            </a:extLst>
          </p:cNvPr>
          <p:cNvSpPr txBox="1"/>
          <p:nvPr/>
        </p:nvSpPr>
        <p:spPr>
          <a:xfrm>
            <a:off x="7338037" y="1767469"/>
            <a:ext cx="405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Have a 3 – 5 strategic plan to avoid unnecessary expenditures.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33DAF-70F1-4136-928E-044C6FF8095A}"/>
              </a:ext>
            </a:extLst>
          </p:cNvPr>
          <p:cNvSpPr txBox="1"/>
          <p:nvPr/>
        </p:nvSpPr>
        <p:spPr>
          <a:xfrm>
            <a:off x="7378807" y="2637010"/>
            <a:ext cx="405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Budget your resources annually ranging from daily expenses to payroll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64338-2684-444D-85D9-0F2156D0000A}"/>
              </a:ext>
            </a:extLst>
          </p:cNvPr>
          <p:cNvSpPr txBox="1"/>
          <p:nvPr/>
        </p:nvSpPr>
        <p:spPr>
          <a:xfrm>
            <a:off x="7378807" y="3550708"/>
            <a:ext cx="405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Spend as per the budget (prioritize your expenditures)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DE5761-6CC2-4089-ABDC-C125702CADBF}"/>
              </a:ext>
            </a:extLst>
          </p:cNvPr>
          <p:cNvSpPr txBox="1"/>
          <p:nvPr/>
        </p:nvSpPr>
        <p:spPr>
          <a:xfrm>
            <a:off x="7378807" y="4531644"/>
            <a:ext cx="405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case of scarcity, touch not recurrent expenditures e.g. salaries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125DDF-54C0-44F1-9312-CC567147E6D6}"/>
              </a:ext>
            </a:extLst>
          </p:cNvPr>
          <p:cNvGrpSpPr/>
          <p:nvPr/>
        </p:nvGrpSpPr>
        <p:grpSpPr>
          <a:xfrm rot="10800000" flipH="1">
            <a:off x="610098" y="2848602"/>
            <a:ext cx="2127533" cy="2127533"/>
            <a:chOff x="6876256" y="3063517"/>
            <a:chExt cx="1944216" cy="1944216"/>
          </a:xfrm>
          <a:scene3d>
            <a:camera prst="perspectiveLeft">
              <a:rot lat="0" lon="3900000" rev="0"/>
            </a:camera>
            <a:lightRig rig="threePt" dir="t"/>
          </a:scene3d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4F344A5-D92C-4603-A473-E966BA62A68D}"/>
                </a:ext>
              </a:extLst>
            </p:cNvPr>
            <p:cNvSpPr/>
            <p:nvPr/>
          </p:nvSpPr>
          <p:spPr>
            <a:xfrm>
              <a:off x="6876256" y="3063517"/>
              <a:ext cx="1944216" cy="1944216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3D9F7C8-DFDE-4FE7-9999-7B888487F58A}"/>
                </a:ext>
              </a:extLst>
            </p:cNvPr>
            <p:cNvSpPr/>
            <p:nvPr/>
          </p:nvSpPr>
          <p:spPr>
            <a:xfrm>
              <a:off x="7165759" y="3353020"/>
              <a:ext cx="1365211" cy="1365211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964D23-0A44-4C3A-8202-130EAAE36554}"/>
                </a:ext>
              </a:extLst>
            </p:cNvPr>
            <p:cNvSpPr/>
            <p:nvPr/>
          </p:nvSpPr>
          <p:spPr>
            <a:xfrm>
              <a:off x="7487073" y="3674334"/>
              <a:ext cx="722583" cy="722583"/>
            </a:xfrm>
            <a:prstGeom prst="ellipse">
              <a:avLst/>
            </a:prstGeom>
            <a:solidFill>
              <a:schemeClr val="accent4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F42F8BA-36EB-4CDA-9C34-2FBFA3D0D547}"/>
              </a:ext>
            </a:extLst>
          </p:cNvPr>
          <p:cNvSpPr/>
          <p:nvPr/>
        </p:nvSpPr>
        <p:spPr>
          <a:xfrm>
            <a:off x="6656598" y="4549699"/>
            <a:ext cx="594864" cy="59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270141-EAEF-4DB8-BE02-068A9E67E9FC}"/>
              </a:ext>
            </a:extLst>
          </p:cNvPr>
          <p:cNvSpPr/>
          <p:nvPr/>
        </p:nvSpPr>
        <p:spPr>
          <a:xfrm>
            <a:off x="6656597" y="3626846"/>
            <a:ext cx="722207" cy="59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3BE05377-4603-403A-A13B-77D1DF41A42C}"/>
              </a:ext>
            </a:extLst>
          </p:cNvPr>
          <p:cNvSpPr/>
          <p:nvPr/>
        </p:nvSpPr>
        <p:spPr>
          <a:xfrm rot="10800000">
            <a:off x="3615054" y="3654339"/>
            <a:ext cx="1400486" cy="276883"/>
          </a:xfrm>
          <a:prstGeom prst="parallelogram">
            <a:avLst>
              <a:gd name="adj" fmla="val 1922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20DF86-2CE8-449A-9346-3AA4C54078C2}"/>
              </a:ext>
            </a:extLst>
          </p:cNvPr>
          <p:cNvSpPr/>
          <p:nvPr/>
        </p:nvSpPr>
        <p:spPr>
          <a:xfrm>
            <a:off x="6656598" y="5472554"/>
            <a:ext cx="594864" cy="59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D4AE32-2565-486C-BF53-0B038014A932}"/>
              </a:ext>
            </a:extLst>
          </p:cNvPr>
          <p:cNvSpPr/>
          <p:nvPr/>
        </p:nvSpPr>
        <p:spPr>
          <a:xfrm>
            <a:off x="6656598" y="1781141"/>
            <a:ext cx="594864" cy="594864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9" name="Donut 15">
            <a:extLst>
              <a:ext uri="{FF2B5EF4-FFF2-40B4-BE49-F238E27FC236}">
                <a16:creationId xmlns:a16="http://schemas.microsoft.com/office/drawing/2014/main" id="{3DF46610-DACB-4655-9E27-6303C15CF9D1}"/>
              </a:ext>
            </a:extLst>
          </p:cNvPr>
          <p:cNvSpPr/>
          <p:nvPr/>
        </p:nvSpPr>
        <p:spPr>
          <a:xfrm>
            <a:off x="6781332" y="1905484"/>
            <a:ext cx="344733" cy="34618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77F18C11-B6DB-430E-8122-3CB9C2348FF3}"/>
              </a:ext>
            </a:extLst>
          </p:cNvPr>
          <p:cNvSpPr>
            <a:spLocks noChangeAspect="1"/>
          </p:cNvSpPr>
          <p:nvPr/>
        </p:nvSpPr>
        <p:spPr>
          <a:xfrm>
            <a:off x="6788799" y="3793801"/>
            <a:ext cx="337264" cy="260957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Freeform 35">
            <a:extLst>
              <a:ext uri="{FF2B5EF4-FFF2-40B4-BE49-F238E27FC236}">
                <a16:creationId xmlns:a16="http://schemas.microsoft.com/office/drawing/2014/main" id="{DCC16741-899C-4C47-8E8F-45E9E56D2107}"/>
              </a:ext>
            </a:extLst>
          </p:cNvPr>
          <p:cNvSpPr>
            <a:spLocks noChangeAspect="1"/>
          </p:cNvSpPr>
          <p:nvPr/>
        </p:nvSpPr>
        <p:spPr>
          <a:xfrm rot="8580000">
            <a:off x="6788325" y="2836159"/>
            <a:ext cx="331419" cy="330536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4459F8-5881-4DEB-8A81-B89DA92F1CB7}"/>
              </a:ext>
            </a:extLst>
          </p:cNvPr>
          <p:cNvSpPr/>
          <p:nvPr/>
        </p:nvSpPr>
        <p:spPr>
          <a:xfrm>
            <a:off x="4488662" y="3741945"/>
            <a:ext cx="966653" cy="5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9C4E87-AE40-4F8D-B76D-0F3FE3C5E753}"/>
              </a:ext>
            </a:extLst>
          </p:cNvPr>
          <p:cNvSpPr/>
          <p:nvPr/>
        </p:nvSpPr>
        <p:spPr>
          <a:xfrm>
            <a:off x="4488662" y="3819197"/>
            <a:ext cx="966653" cy="557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EBC72B-82D4-4B5A-9E29-9A6C7DF9679D}"/>
              </a:ext>
            </a:extLst>
          </p:cNvPr>
          <p:cNvSpPr/>
          <p:nvPr/>
        </p:nvSpPr>
        <p:spPr>
          <a:xfrm>
            <a:off x="4488662" y="3896449"/>
            <a:ext cx="966653" cy="557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5405A9-7AFD-4CD6-895B-4CC9E600198B}"/>
              </a:ext>
            </a:extLst>
          </p:cNvPr>
          <p:cNvSpPr/>
          <p:nvPr/>
        </p:nvSpPr>
        <p:spPr>
          <a:xfrm>
            <a:off x="4488662" y="3973701"/>
            <a:ext cx="966653" cy="55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8A8935-BBBB-4065-80B9-2A9DD8DE3D40}"/>
              </a:ext>
            </a:extLst>
          </p:cNvPr>
          <p:cNvSpPr/>
          <p:nvPr/>
        </p:nvSpPr>
        <p:spPr>
          <a:xfrm>
            <a:off x="4488662" y="4050952"/>
            <a:ext cx="966653" cy="5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3B169F-B6F7-48B5-B5C3-3FAAAF1B142C}"/>
              </a:ext>
            </a:extLst>
          </p:cNvPr>
          <p:cNvGrpSpPr/>
          <p:nvPr/>
        </p:nvGrpSpPr>
        <p:grpSpPr>
          <a:xfrm>
            <a:off x="1673863" y="3262299"/>
            <a:ext cx="3404656" cy="1346565"/>
            <a:chOff x="903886" y="3331350"/>
            <a:chExt cx="3297058" cy="1304009"/>
          </a:xfrm>
        </p:grpSpPr>
        <p:sp>
          <p:nvSpPr>
            <p:cNvPr id="39" name="Rectangle 34">
              <a:extLst>
                <a:ext uri="{FF2B5EF4-FFF2-40B4-BE49-F238E27FC236}">
                  <a16:creationId xmlns:a16="http://schemas.microsoft.com/office/drawing/2014/main" id="{61085DFF-D2A6-4757-BC9C-B6911BE3148F}"/>
                </a:ext>
              </a:extLst>
            </p:cNvPr>
            <p:cNvSpPr/>
            <p:nvPr/>
          </p:nvSpPr>
          <p:spPr>
            <a:xfrm>
              <a:off x="903886" y="3968006"/>
              <a:ext cx="704227" cy="36000"/>
            </a:xfrm>
            <a:custGeom>
              <a:avLst/>
              <a:gdLst/>
              <a:ahLst/>
              <a:cxnLst/>
              <a:rect l="l" t="t" r="r" b="b"/>
              <a:pathLst>
                <a:path w="704227" h="36000">
                  <a:moveTo>
                    <a:pt x="0" y="0"/>
                  </a:moveTo>
                  <a:lnTo>
                    <a:pt x="704227" y="0"/>
                  </a:lnTo>
                  <a:lnTo>
                    <a:pt x="704227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C5EDA7E-EAC2-42DC-BA31-82F98D89F64F}"/>
                </a:ext>
              </a:extLst>
            </p:cNvPr>
            <p:cNvGrpSpPr/>
            <p:nvPr/>
          </p:nvGrpSpPr>
          <p:grpSpPr>
            <a:xfrm>
              <a:off x="1475656" y="3331350"/>
              <a:ext cx="2725288" cy="1304009"/>
              <a:chOff x="1475656" y="3331350"/>
              <a:chExt cx="2725288" cy="1304009"/>
            </a:xfrm>
          </p:grpSpPr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3DD0C1A1-1C2E-4ABE-8BA7-25BE1B74C75A}"/>
                  </a:ext>
                </a:extLst>
              </p:cNvPr>
              <p:cNvSpPr/>
              <p:nvPr/>
            </p:nvSpPr>
            <p:spPr>
              <a:xfrm rot="10680000" flipH="1">
                <a:off x="2793780" y="4038224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FAA098A8-6698-44B6-8D31-46D25DF7D96F}"/>
                  </a:ext>
                </a:extLst>
              </p:cNvPr>
              <p:cNvSpPr/>
              <p:nvPr/>
            </p:nvSpPr>
            <p:spPr>
              <a:xfrm rot="10920000">
                <a:off x="2793780" y="3331350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FF4B2DD-ACCF-4187-A0B1-2C8698891D41}"/>
                  </a:ext>
                </a:extLst>
              </p:cNvPr>
              <p:cNvGrpSpPr/>
              <p:nvPr/>
            </p:nvGrpSpPr>
            <p:grpSpPr>
              <a:xfrm>
                <a:off x="1475656" y="3862961"/>
                <a:ext cx="2152334" cy="246090"/>
                <a:chOff x="1688158" y="3440846"/>
                <a:chExt cx="1659706" cy="379529"/>
              </a:xfrm>
            </p:grpSpPr>
            <p:sp>
              <p:nvSpPr>
                <p:cNvPr id="45" name="Trapezoid 33">
                  <a:extLst>
                    <a:ext uri="{FF2B5EF4-FFF2-40B4-BE49-F238E27FC236}">
                      <a16:creationId xmlns:a16="http://schemas.microsoft.com/office/drawing/2014/main" id="{8F03E05A-CFBC-4422-8C99-19A95C4DDBD0}"/>
                    </a:ext>
                  </a:extLst>
                </p:cNvPr>
                <p:cNvSpPr/>
                <p:nvPr/>
              </p:nvSpPr>
              <p:spPr>
                <a:xfrm rot="5400000" flipH="1">
                  <a:off x="2653493" y="3090551"/>
                  <a:ext cx="308621" cy="1080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621" h="1080120">
                      <a:moveTo>
                        <a:pt x="308621" y="1080120"/>
                      </a:moveTo>
                      <a:lnTo>
                        <a:pt x="232649" y="0"/>
                      </a:lnTo>
                      <a:lnTo>
                        <a:pt x="75972" y="0"/>
                      </a:lnTo>
                      <a:lnTo>
                        <a:pt x="0" y="108012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6" name="Chord 45">
                  <a:extLst>
                    <a:ext uri="{FF2B5EF4-FFF2-40B4-BE49-F238E27FC236}">
                      <a16:creationId xmlns:a16="http://schemas.microsoft.com/office/drawing/2014/main" id="{4211E5DD-CA5C-4F4B-9DE5-AD3F17D00AC0}"/>
                    </a:ext>
                  </a:extLst>
                </p:cNvPr>
                <p:cNvSpPr/>
                <p:nvPr/>
              </p:nvSpPr>
              <p:spPr>
                <a:xfrm>
                  <a:off x="1688158" y="3454556"/>
                  <a:ext cx="155575" cy="352111"/>
                </a:xfrm>
                <a:prstGeom prst="chord">
                  <a:avLst>
                    <a:gd name="adj1" fmla="val 5391179"/>
                    <a:gd name="adj2" fmla="val 1620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7" name="Trapezoid 37">
                  <a:extLst>
                    <a:ext uri="{FF2B5EF4-FFF2-40B4-BE49-F238E27FC236}">
                      <a16:creationId xmlns:a16="http://schemas.microsoft.com/office/drawing/2014/main" id="{78B7AA01-3133-49A1-9E4E-2400AFB045CD}"/>
                    </a:ext>
                  </a:extLst>
                </p:cNvPr>
                <p:cNvSpPr/>
                <p:nvPr/>
              </p:nvSpPr>
              <p:spPr>
                <a:xfrm rot="5400000" flipH="1">
                  <a:off x="1825951" y="3378583"/>
                  <a:ext cx="379529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529" h="504056">
                      <a:moveTo>
                        <a:pt x="379529" y="504056"/>
                      </a:moveTo>
                      <a:lnTo>
                        <a:pt x="344075" y="0"/>
                      </a:lnTo>
                      <a:lnTo>
                        <a:pt x="35454" y="0"/>
                      </a:lnTo>
                      <a:lnTo>
                        <a:pt x="0" y="50405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939CEFD3-3525-43BA-AE9D-63D482D72FEB}"/>
                  </a:ext>
                </a:extLst>
              </p:cNvPr>
              <p:cNvSpPr/>
              <p:nvPr/>
            </p:nvSpPr>
            <p:spPr>
              <a:xfrm rot="10800000" flipH="1">
                <a:off x="2788579" y="3979133"/>
                <a:ext cx="1412365" cy="268133"/>
              </a:xfrm>
              <a:prstGeom prst="parallelogram">
                <a:avLst>
                  <a:gd name="adj" fmla="val 20586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</p:grpSp>
      <p:sp>
        <p:nvSpPr>
          <p:cNvPr id="48" name="Freeform 47">
            <a:extLst>
              <a:ext uri="{FF2B5EF4-FFF2-40B4-BE49-F238E27FC236}">
                <a16:creationId xmlns:a16="http://schemas.microsoft.com/office/drawing/2014/main" id="{643D6B73-DCC6-4A78-BDBC-0C65DE1E5B09}"/>
              </a:ext>
            </a:extLst>
          </p:cNvPr>
          <p:cNvSpPr/>
          <p:nvPr/>
        </p:nvSpPr>
        <p:spPr>
          <a:xfrm>
            <a:off x="5453688" y="1781144"/>
            <a:ext cx="1204814" cy="2019981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711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9785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1373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1373 h 1953837"/>
              <a:gd name="connsiteX0" fmla="*/ 457 w 1183065"/>
              <a:gd name="connsiteY0" fmla="*/ 1901373 h 1956143"/>
              <a:gd name="connsiteX1" fmla="*/ 1180112 w 1183065"/>
              <a:gd name="connsiteY1" fmla="*/ 0 h 1956143"/>
              <a:gd name="connsiteX2" fmla="*/ 1183065 w 1183065"/>
              <a:gd name="connsiteY2" fmla="*/ 572452 h 1956143"/>
              <a:gd name="connsiteX3" fmla="*/ 0 w 1183065"/>
              <a:gd name="connsiteY3" fmla="*/ 1956143 h 1956143"/>
              <a:gd name="connsiteX4" fmla="*/ 457 w 1183065"/>
              <a:gd name="connsiteY4" fmla="*/ 1901373 h 19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65" h="1956143">
                <a:moveTo>
                  <a:pt x="457" y="1901373"/>
                </a:moveTo>
                <a:lnTo>
                  <a:pt x="1180112" y="0"/>
                </a:lnTo>
                <a:cubicBezTo>
                  <a:pt x="1181245" y="193422"/>
                  <a:pt x="1181932" y="379030"/>
                  <a:pt x="1183065" y="572452"/>
                </a:cubicBezTo>
                <a:lnTo>
                  <a:pt x="0" y="1956143"/>
                </a:lnTo>
                <a:cubicBezTo>
                  <a:pt x="152" y="1939424"/>
                  <a:pt x="305" y="1918092"/>
                  <a:pt x="457" y="1901373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57802457-5DD1-4216-8401-316524397E6E}"/>
              </a:ext>
            </a:extLst>
          </p:cNvPr>
          <p:cNvSpPr/>
          <p:nvPr/>
        </p:nvSpPr>
        <p:spPr>
          <a:xfrm>
            <a:off x="5453785" y="2703994"/>
            <a:ext cx="1204719" cy="1171728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8973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4698">
                <a:moveTo>
                  <a:pt x="32" y="1082755"/>
                </a:moveTo>
                <a:lnTo>
                  <a:pt x="1182019" y="0"/>
                </a:lnTo>
                <a:cubicBezTo>
                  <a:pt x="1182337" y="191213"/>
                  <a:pt x="1182654" y="387760"/>
                  <a:pt x="1182972" y="578973"/>
                </a:cubicBezTo>
                <a:lnTo>
                  <a:pt x="1522" y="1134698"/>
                </a:lnTo>
                <a:cubicBezTo>
                  <a:pt x="1840" y="1116569"/>
                  <a:pt x="-286" y="1100884"/>
                  <a:pt x="32" y="10827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C68CD52-4B81-4454-BCA7-8BFFCA054C31}"/>
              </a:ext>
            </a:extLst>
          </p:cNvPr>
          <p:cNvSpPr/>
          <p:nvPr/>
        </p:nvSpPr>
        <p:spPr>
          <a:xfrm>
            <a:off x="5453727" y="3626724"/>
            <a:ext cx="1204775" cy="594533"/>
          </a:xfrm>
          <a:custGeom>
            <a:avLst/>
            <a:gdLst>
              <a:gd name="connsiteX0" fmla="*/ 0 w 1182941"/>
              <a:gd name="connsiteY0" fmla="*/ 339925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339925 h 571075"/>
              <a:gd name="connsiteX0" fmla="*/ 0 w 1182941"/>
              <a:gd name="connsiteY0" fmla="*/ 259242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259242 h 571075"/>
              <a:gd name="connsiteX0" fmla="*/ 576 w 1183517"/>
              <a:gd name="connsiteY0" fmla="*/ 259242 h 571075"/>
              <a:gd name="connsiteX1" fmla="*/ 9283 w 1183517"/>
              <a:gd name="connsiteY1" fmla="*/ 305851 h 571075"/>
              <a:gd name="connsiteX2" fmla="*/ 1183517 w 1183517"/>
              <a:gd name="connsiteY2" fmla="*/ 571075 h 571075"/>
              <a:gd name="connsiteX3" fmla="*/ 1183517 w 1183517"/>
              <a:gd name="connsiteY3" fmla="*/ 0 h 571075"/>
              <a:gd name="connsiteX4" fmla="*/ 576 w 1183517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1610 w 1184551"/>
              <a:gd name="connsiteY0" fmla="*/ 259242 h 571075"/>
              <a:gd name="connsiteX1" fmla="*/ 2982 w 1184551"/>
              <a:gd name="connsiteY1" fmla="*/ 303406 h 571075"/>
              <a:gd name="connsiteX2" fmla="*/ 1184551 w 1184551"/>
              <a:gd name="connsiteY2" fmla="*/ 571075 h 571075"/>
              <a:gd name="connsiteX3" fmla="*/ 1184551 w 1184551"/>
              <a:gd name="connsiteY3" fmla="*/ 0 h 571075"/>
              <a:gd name="connsiteX4" fmla="*/ 1610 w 1184551"/>
              <a:gd name="connsiteY4" fmla="*/ 259242 h 571075"/>
              <a:gd name="connsiteX0" fmla="*/ 0 w 1182941"/>
              <a:gd name="connsiteY0" fmla="*/ 259242 h 571075"/>
              <a:gd name="connsiteX1" fmla="*/ 1372 w 1182941"/>
              <a:gd name="connsiteY1" fmla="*/ 303406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66577 h 578410"/>
              <a:gd name="connsiteX1" fmla="*/ 1372 w 1182941"/>
              <a:gd name="connsiteY1" fmla="*/ 310741 h 578410"/>
              <a:gd name="connsiteX2" fmla="*/ 1182941 w 1182941"/>
              <a:gd name="connsiteY2" fmla="*/ 578410 h 578410"/>
              <a:gd name="connsiteX3" fmla="*/ 1180496 w 1182941"/>
              <a:gd name="connsiteY3" fmla="*/ 0 h 578410"/>
              <a:gd name="connsiteX4" fmla="*/ 0 w 1182941"/>
              <a:gd name="connsiteY4" fmla="*/ 266577 h 578410"/>
              <a:gd name="connsiteX0" fmla="*/ 0 w 1182941"/>
              <a:gd name="connsiteY0" fmla="*/ 266577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6577 h 575743"/>
              <a:gd name="connsiteX0" fmla="*/ 0 w 1182941"/>
              <a:gd name="connsiteY0" fmla="*/ 261965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0 w 1182941"/>
              <a:gd name="connsiteY0" fmla="*/ 261965 h 575743"/>
              <a:gd name="connsiteX1" fmla="*/ 1372 w 1182941"/>
              <a:gd name="connsiteY1" fmla="*/ 317659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1982 w 1182585"/>
              <a:gd name="connsiteY0" fmla="*/ 261965 h 575743"/>
              <a:gd name="connsiteX1" fmla="*/ 1016 w 1182585"/>
              <a:gd name="connsiteY1" fmla="*/ 317659 h 575743"/>
              <a:gd name="connsiteX2" fmla="*/ 1182585 w 1182585"/>
              <a:gd name="connsiteY2" fmla="*/ 575743 h 575743"/>
              <a:gd name="connsiteX3" fmla="*/ 1180140 w 1182585"/>
              <a:gd name="connsiteY3" fmla="*/ 0 h 575743"/>
              <a:gd name="connsiteX4" fmla="*/ 1982 w 1182585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7659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  <a:gd name="connsiteX0" fmla="*/ 1940 w 1182543"/>
              <a:gd name="connsiteY0" fmla="*/ 261965 h 575743"/>
              <a:gd name="connsiteX1" fmla="*/ 3312 w 1182543"/>
              <a:gd name="connsiteY1" fmla="*/ 317659 h 575743"/>
              <a:gd name="connsiteX2" fmla="*/ 1182543 w 1182543"/>
              <a:gd name="connsiteY2" fmla="*/ 575743 h 575743"/>
              <a:gd name="connsiteX3" fmla="*/ 1180098 w 1182543"/>
              <a:gd name="connsiteY3" fmla="*/ 0 h 575743"/>
              <a:gd name="connsiteX4" fmla="*/ 1940 w 1182543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5354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26" h="575743">
                <a:moveTo>
                  <a:pt x="2423" y="261965"/>
                </a:moveTo>
                <a:cubicBezTo>
                  <a:pt x="-3106" y="295430"/>
                  <a:pt x="2736" y="276999"/>
                  <a:pt x="1457" y="315354"/>
                </a:cubicBezTo>
                <a:lnTo>
                  <a:pt x="1183026" y="575743"/>
                </a:lnTo>
                <a:lnTo>
                  <a:pt x="1180581" y="0"/>
                </a:lnTo>
                <a:lnTo>
                  <a:pt x="2423" y="2619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AD71E514-6F35-43AD-8232-E968ACC620EA}"/>
              </a:ext>
            </a:extLst>
          </p:cNvPr>
          <p:cNvSpPr/>
          <p:nvPr/>
        </p:nvSpPr>
        <p:spPr>
          <a:xfrm flipV="1">
            <a:off x="5455871" y="4050099"/>
            <a:ext cx="1202632" cy="2016763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6612"/>
              <a:gd name="connsiteY0" fmla="*/ 1903679 h 1953837"/>
              <a:gd name="connsiteX1" fmla="*/ 1186462 w 1186612"/>
              <a:gd name="connsiteY1" fmla="*/ 0 h 1953837"/>
              <a:gd name="connsiteX2" fmla="*/ 1183065 w 1186612"/>
              <a:gd name="connsiteY2" fmla="*/ 560768 h 1953837"/>
              <a:gd name="connsiteX3" fmla="*/ 0 w 1186612"/>
              <a:gd name="connsiteY3" fmla="*/ 1953837 h 1953837"/>
              <a:gd name="connsiteX4" fmla="*/ 457 w 118661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69183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74518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3 w 1182808"/>
              <a:gd name="connsiteY0" fmla="*/ 1912094 h 1946110"/>
              <a:gd name="connsiteX1" fmla="*/ 1182463 w 1182808"/>
              <a:gd name="connsiteY1" fmla="*/ 0 h 1946110"/>
              <a:gd name="connsiteX2" fmla="*/ 1182611 w 1182808"/>
              <a:gd name="connsiteY2" fmla="*/ 574518 h 1946110"/>
              <a:gd name="connsiteX3" fmla="*/ 6561 w 1182808"/>
              <a:gd name="connsiteY3" fmla="*/ 1946110 h 1946110"/>
              <a:gd name="connsiteX4" fmla="*/ 3 w 1182808"/>
              <a:gd name="connsiteY4" fmla="*/ 1912094 h 1946110"/>
              <a:gd name="connsiteX0" fmla="*/ 8 w 1178136"/>
              <a:gd name="connsiteY0" fmla="*/ 1895953 h 1946110"/>
              <a:gd name="connsiteX1" fmla="*/ 1177791 w 1178136"/>
              <a:gd name="connsiteY1" fmla="*/ 0 h 1946110"/>
              <a:gd name="connsiteX2" fmla="*/ 1177939 w 1178136"/>
              <a:gd name="connsiteY2" fmla="*/ 574518 h 1946110"/>
              <a:gd name="connsiteX3" fmla="*/ 1889 w 1178136"/>
              <a:gd name="connsiteY3" fmla="*/ 1946110 h 1946110"/>
              <a:gd name="connsiteX4" fmla="*/ 8 w 1178136"/>
              <a:gd name="connsiteY4" fmla="*/ 1895953 h 1946110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2795 w 1180923"/>
              <a:gd name="connsiteY0" fmla="*/ 1895953 h 1948415"/>
              <a:gd name="connsiteX1" fmla="*/ 1180578 w 1180923"/>
              <a:gd name="connsiteY1" fmla="*/ 0 h 1948415"/>
              <a:gd name="connsiteX2" fmla="*/ 1180726 w 1180923"/>
              <a:gd name="connsiteY2" fmla="*/ 574518 h 1948415"/>
              <a:gd name="connsiteX3" fmla="*/ 0 w 1180923"/>
              <a:gd name="connsiteY3" fmla="*/ 1948415 h 1948415"/>
              <a:gd name="connsiteX4" fmla="*/ 2795 w 1180923"/>
              <a:gd name="connsiteY4" fmla="*/ 1895953 h 1948415"/>
              <a:gd name="connsiteX0" fmla="*/ 2795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2795 w 1180923"/>
              <a:gd name="connsiteY4" fmla="*/ 1895953 h 1953027"/>
              <a:gd name="connsiteX0" fmla="*/ 456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456 w 1180923"/>
              <a:gd name="connsiteY4" fmla="*/ 1895953 h 195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0923" h="1953027">
                <a:moveTo>
                  <a:pt x="456" y="1895953"/>
                </a:moveTo>
                <a:lnTo>
                  <a:pt x="1180578" y="0"/>
                </a:lnTo>
                <a:cubicBezTo>
                  <a:pt x="1181711" y="193422"/>
                  <a:pt x="1179593" y="381096"/>
                  <a:pt x="1180726" y="574518"/>
                </a:cubicBezTo>
                <a:lnTo>
                  <a:pt x="0" y="1953027"/>
                </a:lnTo>
                <a:cubicBezTo>
                  <a:pt x="152" y="1936308"/>
                  <a:pt x="304" y="1912672"/>
                  <a:pt x="456" y="189595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2CAE076D-7406-4897-B4DC-790DECC79ACC}"/>
              </a:ext>
            </a:extLst>
          </p:cNvPr>
          <p:cNvSpPr/>
          <p:nvPr/>
        </p:nvSpPr>
        <p:spPr>
          <a:xfrm flipV="1">
            <a:off x="5453785" y="3973701"/>
            <a:ext cx="1204719" cy="1174482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5422 h 1137365"/>
              <a:gd name="connsiteX1" fmla="*/ 1182019 w 1182972"/>
              <a:gd name="connsiteY1" fmla="*/ 0 h 1137365"/>
              <a:gd name="connsiteX2" fmla="*/ 1182972 w 1182972"/>
              <a:gd name="connsiteY2" fmla="*/ 576306 h 1137365"/>
              <a:gd name="connsiteX3" fmla="*/ 1522 w 1182972"/>
              <a:gd name="connsiteY3" fmla="*/ 1137365 h 1137365"/>
              <a:gd name="connsiteX4" fmla="*/ 32 w 1182972"/>
              <a:gd name="connsiteY4" fmla="*/ 1085422 h 113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7365">
                <a:moveTo>
                  <a:pt x="32" y="1085422"/>
                </a:moveTo>
                <a:lnTo>
                  <a:pt x="1182019" y="0"/>
                </a:lnTo>
                <a:cubicBezTo>
                  <a:pt x="1182337" y="191213"/>
                  <a:pt x="1182654" y="385093"/>
                  <a:pt x="1182972" y="576306"/>
                </a:cubicBezTo>
                <a:lnTo>
                  <a:pt x="1522" y="1137365"/>
                </a:lnTo>
                <a:cubicBezTo>
                  <a:pt x="1840" y="1119236"/>
                  <a:pt x="-286" y="1103551"/>
                  <a:pt x="32" y="1085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98" y="5476173"/>
            <a:ext cx="722206" cy="57441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97" y="4545629"/>
            <a:ext cx="722207" cy="60707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97" y="2703438"/>
            <a:ext cx="681440" cy="6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 </a:t>
            </a:r>
            <a:r>
              <a:rPr lang="en-US" sz="4400" dirty="0"/>
              <a:t>Cont’d</a:t>
            </a:r>
            <a:r>
              <a:rPr lang="en-US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C46B5-9566-42ED-B615-9C38E8E8C432}"/>
              </a:ext>
            </a:extLst>
          </p:cNvPr>
          <p:cNvSpPr txBox="1"/>
          <p:nvPr/>
        </p:nvSpPr>
        <p:spPr>
          <a:xfrm>
            <a:off x="1138221" y="5236809"/>
            <a:ext cx="2376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case of capital developments, have a reserve below which you cannot spend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1B672-E1A5-4702-838E-572423DE4844}"/>
              </a:ext>
            </a:extLst>
          </p:cNvPr>
          <p:cNvSpPr txBox="1"/>
          <p:nvPr/>
        </p:nvSpPr>
        <p:spPr>
          <a:xfrm>
            <a:off x="7910466" y="5559537"/>
            <a:ext cx="3364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Have a school management committee to receive, approve and review your financial reports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67C9D-6EB8-43EC-B346-1EFECF40C408}"/>
              </a:ext>
            </a:extLst>
          </p:cNvPr>
          <p:cNvSpPr txBox="1"/>
          <p:nvPr/>
        </p:nvSpPr>
        <p:spPr>
          <a:xfrm>
            <a:off x="4543713" y="5156127"/>
            <a:ext cx="2950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Have both end of term and end of year reviews to evaluate the financial reports of your financial resources.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BD9A2-4E82-43EB-97A6-CF301B62019C}"/>
              </a:ext>
            </a:extLst>
          </p:cNvPr>
          <p:cNvSpPr txBox="1"/>
          <p:nvPr/>
        </p:nvSpPr>
        <p:spPr>
          <a:xfrm>
            <a:off x="3217684" y="1610260"/>
            <a:ext cx="2376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Have between two – three signatories to your school account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84AA85-9888-4F0C-BC04-097F7DDA0500}"/>
              </a:ext>
            </a:extLst>
          </p:cNvPr>
          <p:cNvSpPr txBox="1"/>
          <p:nvPr/>
        </p:nvSpPr>
        <p:spPr>
          <a:xfrm>
            <a:off x="7843724" y="1242006"/>
            <a:ext cx="2376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 votes for your expenditures 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CAF889E8-53B5-4B34-A77A-CEACBFE54186}"/>
              </a:ext>
            </a:extLst>
          </p:cNvPr>
          <p:cNvSpPr/>
          <p:nvPr/>
        </p:nvSpPr>
        <p:spPr>
          <a:xfrm rot="20700000">
            <a:off x="2184963" y="4277896"/>
            <a:ext cx="424009" cy="371614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A38F3F05-D8BD-40A8-8F27-23862BE66F21}"/>
              </a:ext>
            </a:extLst>
          </p:cNvPr>
          <p:cNvSpPr/>
          <p:nvPr/>
        </p:nvSpPr>
        <p:spPr>
          <a:xfrm>
            <a:off x="7535044" y="3227122"/>
            <a:ext cx="375422" cy="290481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Donut 15">
            <a:extLst>
              <a:ext uri="{FF2B5EF4-FFF2-40B4-BE49-F238E27FC236}">
                <a16:creationId xmlns:a16="http://schemas.microsoft.com/office/drawing/2014/main" id="{33A96503-CA82-48B6-A520-146133617B59}"/>
              </a:ext>
            </a:extLst>
          </p:cNvPr>
          <p:cNvSpPr/>
          <p:nvPr/>
        </p:nvSpPr>
        <p:spPr>
          <a:xfrm>
            <a:off x="9302201" y="4281244"/>
            <a:ext cx="376557" cy="373936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8559C0-0FFF-45E1-A546-DDEFEEFB1D59}"/>
              </a:ext>
            </a:extLst>
          </p:cNvPr>
          <p:cNvSpPr/>
          <p:nvPr/>
        </p:nvSpPr>
        <p:spPr>
          <a:xfrm>
            <a:off x="891611" y="3872893"/>
            <a:ext cx="1995464" cy="111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D2D8FE-0FE0-4478-ACF8-0943BAA7EB88}"/>
              </a:ext>
            </a:extLst>
          </p:cNvPr>
          <p:cNvSpPr/>
          <p:nvPr/>
        </p:nvSpPr>
        <p:spPr>
          <a:xfrm>
            <a:off x="2887076" y="3872493"/>
            <a:ext cx="1748868" cy="111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7FEB40-DA39-49C4-9464-1637D30BA56D}"/>
              </a:ext>
            </a:extLst>
          </p:cNvPr>
          <p:cNvSpPr/>
          <p:nvPr/>
        </p:nvSpPr>
        <p:spPr>
          <a:xfrm>
            <a:off x="4635944" y="3872893"/>
            <a:ext cx="1803222" cy="1117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F8CB0A-259C-4E06-8736-9F5A1FC3ED7D}"/>
              </a:ext>
            </a:extLst>
          </p:cNvPr>
          <p:cNvSpPr/>
          <p:nvPr/>
        </p:nvSpPr>
        <p:spPr>
          <a:xfrm>
            <a:off x="6439167" y="3872893"/>
            <a:ext cx="1752067" cy="1117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225696-425F-4C02-A742-42D294CF6901}"/>
              </a:ext>
            </a:extLst>
          </p:cNvPr>
          <p:cNvSpPr/>
          <p:nvPr/>
        </p:nvSpPr>
        <p:spPr>
          <a:xfrm>
            <a:off x="8191234" y="3872893"/>
            <a:ext cx="3083523" cy="1117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33" y="4103971"/>
            <a:ext cx="2724150" cy="11811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884" y="2443426"/>
            <a:ext cx="2710048" cy="138751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557" y="1889724"/>
            <a:ext cx="4941200" cy="190515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053" y="3980823"/>
            <a:ext cx="2705100" cy="114950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3808" y="3980823"/>
            <a:ext cx="30099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 </a:t>
            </a:r>
            <a:r>
              <a:rPr lang="en-US" sz="4400" dirty="0"/>
              <a:t>Cont’d</a:t>
            </a:r>
            <a:r>
              <a:rPr lang="en-US" dirty="0"/>
              <a:t>…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7595E62E-CD44-455B-95C2-878EEA7C191A}"/>
              </a:ext>
            </a:extLst>
          </p:cNvPr>
          <p:cNvSpPr/>
          <p:nvPr/>
        </p:nvSpPr>
        <p:spPr>
          <a:xfrm>
            <a:off x="1047679" y="3959103"/>
            <a:ext cx="2979183" cy="989415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474EAB-F2A4-4DF3-AE63-84503535C0A9}"/>
              </a:ext>
            </a:extLst>
          </p:cNvPr>
          <p:cNvSpPr/>
          <p:nvPr/>
        </p:nvSpPr>
        <p:spPr>
          <a:xfrm>
            <a:off x="2327094" y="4942294"/>
            <a:ext cx="504000" cy="504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7802F7-AE28-48F0-8E34-37723DDD88EA}"/>
              </a:ext>
            </a:extLst>
          </p:cNvPr>
          <p:cNvSpPr txBox="1"/>
          <p:nvPr/>
        </p:nvSpPr>
        <p:spPr>
          <a:xfrm>
            <a:off x="1034232" y="4109439"/>
            <a:ext cx="29791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Have an internal audit team and if possible, the external audit as well. 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DB2D06-8FB7-42B4-BB4D-96F89C510B97}"/>
              </a:ext>
            </a:extLst>
          </p:cNvPr>
          <p:cNvGrpSpPr/>
          <p:nvPr/>
        </p:nvGrpSpPr>
        <p:grpSpPr>
          <a:xfrm>
            <a:off x="7971840" y="3622928"/>
            <a:ext cx="3124200" cy="2319749"/>
            <a:chOff x="3605575" y="4098266"/>
            <a:chExt cx="2409282" cy="2722716"/>
          </a:xfrm>
        </p:grpSpPr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C563FEB6-E915-4550-86AD-570B3C6D6F66}"/>
                </a:ext>
              </a:extLst>
            </p:cNvPr>
            <p:cNvSpPr/>
            <p:nvPr/>
          </p:nvSpPr>
          <p:spPr>
            <a:xfrm>
              <a:off x="3607980" y="4098266"/>
              <a:ext cx="2406877" cy="2162370"/>
            </a:xfrm>
            <a:custGeom>
              <a:avLst/>
              <a:gdLst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684000 w 1944000"/>
                <a:gd name="connsiteY4" fmla="*/ 1290771 h 1584176"/>
                <a:gd name="connsiteX5" fmla="*/ 684000 w 1944000"/>
                <a:gd name="connsiteY5" fmla="*/ 1584176 h 1584176"/>
                <a:gd name="connsiteX6" fmla="*/ 0 w 1944000"/>
                <a:gd name="connsiteY6" fmla="*/ 1584176 h 1584176"/>
                <a:gd name="connsiteX7" fmla="*/ 0 w 1944000"/>
                <a:gd name="connsiteY7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684000 w 1944000"/>
                <a:gd name="connsiteY4" fmla="*/ 1584176 h 1584176"/>
                <a:gd name="connsiteX5" fmla="*/ 0 w 1944000"/>
                <a:gd name="connsiteY5" fmla="*/ 1584176 h 1584176"/>
                <a:gd name="connsiteX6" fmla="*/ 0 w 1944000"/>
                <a:gd name="connsiteY6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0 w 1944000"/>
                <a:gd name="connsiteY4" fmla="*/ 1584176 h 1584176"/>
                <a:gd name="connsiteX5" fmla="*/ 0 w 1944000"/>
                <a:gd name="connsiteY5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0 w 1944000"/>
                <a:gd name="connsiteY3" fmla="*/ 1584176 h 1584176"/>
                <a:gd name="connsiteX4" fmla="*/ 0 w 1944000"/>
                <a:gd name="connsiteY4" fmla="*/ 0 h 158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000" h="1584176">
                  <a:moveTo>
                    <a:pt x="0" y="0"/>
                  </a:moveTo>
                  <a:lnTo>
                    <a:pt x="1944000" y="0"/>
                  </a:lnTo>
                  <a:lnTo>
                    <a:pt x="1944000" y="1584176"/>
                  </a:lnTo>
                  <a:lnTo>
                    <a:pt x="0" y="1584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8366F5-5533-460E-B17E-DDB4D00E2B70}"/>
                </a:ext>
              </a:extLst>
            </p:cNvPr>
            <p:cNvSpPr/>
            <p:nvPr/>
          </p:nvSpPr>
          <p:spPr>
            <a:xfrm>
              <a:off x="4460190" y="6316983"/>
              <a:ext cx="504000" cy="50399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4A4275-F7D3-4A49-A827-9B31AC43915A}"/>
                </a:ext>
              </a:extLst>
            </p:cNvPr>
            <p:cNvSpPr txBox="1"/>
            <p:nvPr/>
          </p:nvSpPr>
          <p:spPr>
            <a:xfrm>
              <a:off x="3605575" y="4190681"/>
              <a:ext cx="2409281" cy="2048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Meet all your obligations (e.g. Rent, taxes, and loans) on time to avoid penalties and/ or disappointments.  </a:t>
              </a: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Rectangle 16">
              <a:extLst>
                <a:ext uri="{FF2B5EF4-FFF2-40B4-BE49-F238E27FC236}">
                  <a16:creationId xmlns:a16="http://schemas.microsoft.com/office/drawing/2014/main" id="{47EBAF57-DD05-438D-92D0-5C3B593D8159}"/>
                </a:ext>
              </a:extLst>
            </p:cNvPr>
            <p:cNvSpPr/>
            <p:nvPr/>
          </p:nvSpPr>
          <p:spPr>
            <a:xfrm rot="2700000">
              <a:off x="4589646" y="6375934"/>
              <a:ext cx="245089" cy="439397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32" name="Rectangle 9">
            <a:extLst>
              <a:ext uri="{FF2B5EF4-FFF2-40B4-BE49-F238E27FC236}">
                <a16:creationId xmlns:a16="http://schemas.microsoft.com/office/drawing/2014/main" id="{57D43709-CDC4-4B6F-92CC-0AD77622D31F}"/>
              </a:ext>
            </a:extLst>
          </p:cNvPr>
          <p:cNvSpPr/>
          <p:nvPr/>
        </p:nvSpPr>
        <p:spPr>
          <a:xfrm>
            <a:off x="2391605" y="5047843"/>
            <a:ext cx="331913" cy="31070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527A57-2695-44C4-AF99-C11D6A4BFABB}"/>
              </a:ext>
            </a:extLst>
          </p:cNvPr>
          <p:cNvGrpSpPr/>
          <p:nvPr/>
        </p:nvGrpSpPr>
        <p:grpSpPr>
          <a:xfrm>
            <a:off x="4541450" y="3681259"/>
            <a:ext cx="2602500" cy="2064502"/>
            <a:chOff x="6403397" y="4053975"/>
            <a:chExt cx="2124000" cy="2064502"/>
          </a:xfrm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92EDA621-3C16-42AB-8191-9DD45F3333E6}"/>
                </a:ext>
              </a:extLst>
            </p:cNvPr>
            <p:cNvSpPr/>
            <p:nvPr/>
          </p:nvSpPr>
          <p:spPr>
            <a:xfrm>
              <a:off x="6403397" y="4053975"/>
              <a:ext cx="2124000" cy="1501615"/>
            </a:xfrm>
            <a:custGeom>
              <a:avLst/>
              <a:gdLst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684000 w 1944000"/>
                <a:gd name="connsiteY4" fmla="*/ 1290771 h 1584176"/>
                <a:gd name="connsiteX5" fmla="*/ 684000 w 1944000"/>
                <a:gd name="connsiteY5" fmla="*/ 1584176 h 1584176"/>
                <a:gd name="connsiteX6" fmla="*/ 0 w 1944000"/>
                <a:gd name="connsiteY6" fmla="*/ 1584176 h 1584176"/>
                <a:gd name="connsiteX7" fmla="*/ 0 w 1944000"/>
                <a:gd name="connsiteY7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684000 w 1944000"/>
                <a:gd name="connsiteY4" fmla="*/ 1584176 h 1584176"/>
                <a:gd name="connsiteX5" fmla="*/ 0 w 1944000"/>
                <a:gd name="connsiteY5" fmla="*/ 1584176 h 1584176"/>
                <a:gd name="connsiteX6" fmla="*/ 0 w 1944000"/>
                <a:gd name="connsiteY6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1260000 w 1944000"/>
                <a:gd name="connsiteY3" fmla="*/ 1584176 h 1584176"/>
                <a:gd name="connsiteX4" fmla="*/ 0 w 1944000"/>
                <a:gd name="connsiteY4" fmla="*/ 1584176 h 1584176"/>
                <a:gd name="connsiteX5" fmla="*/ 0 w 1944000"/>
                <a:gd name="connsiteY5" fmla="*/ 0 h 1584176"/>
                <a:gd name="connsiteX0" fmla="*/ 0 w 1944000"/>
                <a:gd name="connsiteY0" fmla="*/ 0 h 1584176"/>
                <a:gd name="connsiteX1" fmla="*/ 1944000 w 1944000"/>
                <a:gd name="connsiteY1" fmla="*/ 0 h 1584176"/>
                <a:gd name="connsiteX2" fmla="*/ 1944000 w 1944000"/>
                <a:gd name="connsiteY2" fmla="*/ 1584176 h 1584176"/>
                <a:gd name="connsiteX3" fmla="*/ 0 w 1944000"/>
                <a:gd name="connsiteY3" fmla="*/ 1584176 h 1584176"/>
                <a:gd name="connsiteX4" fmla="*/ 0 w 1944000"/>
                <a:gd name="connsiteY4" fmla="*/ 0 h 158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000" h="1584176">
                  <a:moveTo>
                    <a:pt x="0" y="0"/>
                  </a:moveTo>
                  <a:lnTo>
                    <a:pt x="1944000" y="0"/>
                  </a:lnTo>
                  <a:lnTo>
                    <a:pt x="1944000" y="1584176"/>
                  </a:lnTo>
                  <a:lnTo>
                    <a:pt x="0" y="1584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0FC5F2-E31C-4082-9283-F1D59ECC8775}"/>
                </a:ext>
              </a:extLst>
            </p:cNvPr>
            <p:cNvSpPr/>
            <p:nvPr/>
          </p:nvSpPr>
          <p:spPr>
            <a:xfrm>
              <a:off x="7213397" y="5614477"/>
              <a:ext cx="504000" cy="504000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9CB2C3-9F00-4646-9F29-D5D0C57B0985}"/>
                </a:ext>
              </a:extLst>
            </p:cNvPr>
            <p:cNvSpPr txBox="1"/>
            <p:nvPr/>
          </p:nvSpPr>
          <p:spPr>
            <a:xfrm>
              <a:off x="6426212" y="4078262"/>
              <a:ext cx="209998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 your school grows, professionalize it, hands off, eyes and ears in. </a:t>
              </a:r>
            </a:p>
          </p:txBody>
        </p:sp>
        <p:sp>
          <p:nvSpPr>
            <p:cNvPr id="34" name="Teardrop 1">
              <a:extLst>
                <a:ext uri="{FF2B5EF4-FFF2-40B4-BE49-F238E27FC236}">
                  <a16:creationId xmlns:a16="http://schemas.microsoft.com/office/drawing/2014/main" id="{E7024E6F-2373-45C4-93F3-C1002DC9184B}"/>
                </a:ext>
              </a:extLst>
            </p:cNvPr>
            <p:cNvSpPr/>
            <p:nvPr/>
          </p:nvSpPr>
          <p:spPr>
            <a:xfrm rot="18712955">
              <a:off x="7278324" y="5675908"/>
              <a:ext cx="376862" cy="37293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97" y="1661837"/>
            <a:ext cx="3028950" cy="228836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97" y="1653990"/>
            <a:ext cx="2638425" cy="201723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287" y="1667438"/>
            <a:ext cx="3124200" cy="197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Financial Literacy </a:t>
            </a:r>
            <a:r>
              <a:rPr lang="en-US" sz="4400" dirty="0"/>
              <a:t>Cont</a:t>
            </a:r>
            <a:r>
              <a:rPr lang="en-US" dirty="0"/>
              <a:t>...</a:t>
            </a:r>
          </a:p>
        </p:txBody>
      </p:sp>
      <p:sp>
        <p:nvSpPr>
          <p:cNvPr id="3" name="Rectangle 56">
            <a:extLst>
              <a:ext uri="{FF2B5EF4-FFF2-40B4-BE49-F238E27FC236}">
                <a16:creationId xmlns:a16="http://schemas.microsoft.com/office/drawing/2014/main" id="{53A42C63-F353-41C2-831B-E6BFF05A7218}"/>
              </a:ext>
            </a:extLst>
          </p:cNvPr>
          <p:cNvSpPr/>
          <p:nvPr/>
        </p:nvSpPr>
        <p:spPr>
          <a:xfrm>
            <a:off x="4388769" y="1794871"/>
            <a:ext cx="2484002" cy="3216063"/>
          </a:xfrm>
          <a:custGeom>
            <a:avLst/>
            <a:gdLst/>
            <a:ahLst/>
            <a:cxnLst/>
            <a:rect l="l" t="t" r="r" b="b"/>
            <a:pathLst>
              <a:path w="2484001" h="3216063">
                <a:moveTo>
                  <a:pt x="214881" y="2675904"/>
                </a:moveTo>
                <a:cubicBezTo>
                  <a:pt x="161809" y="2675904"/>
                  <a:pt x="118785" y="2718928"/>
                  <a:pt x="118785" y="2772000"/>
                </a:cubicBezTo>
                <a:cubicBezTo>
                  <a:pt x="118785" y="2825072"/>
                  <a:pt x="161809" y="2868096"/>
                  <a:pt x="214881" y="2868096"/>
                </a:cubicBezTo>
                <a:cubicBezTo>
                  <a:pt x="267953" y="2868096"/>
                  <a:pt x="310977" y="2825072"/>
                  <a:pt x="310977" y="2772000"/>
                </a:cubicBezTo>
                <a:cubicBezTo>
                  <a:pt x="310977" y="2718928"/>
                  <a:pt x="267953" y="2675904"/>
                  <a:pt x="214881" y="2675904"/>
                </a:cubicBezTo>
                <a:close/>
                <a:moveTo>
                  <a:pt x="214881" y="2257909"/>
                </a:moveTo>
                <a:cubicBezTo>
                  <a:pt x="161809" y="2257909"/>
                  <a:pt x="118785" y="2300933"/>
                  <a:pt x="118785" y="2354005"/>
                </a:cubicBezTo>
                <a:cubicBezTo>
                  <a:pt x="118785" y="2407077"/>
                  <a:pt x="161809" y="2450101"/>
                  <a:pt x="214881" y="2450101"/>
                </a:cubicBezTo>
                <a:cubicBezTo>
                  <a:pt x="267953" y="2450101"/>
                  <a:pt x="310977" y="2407077"/>
                  <a:pt x="310977" y="2354005"/>
                </a:cubicBezTo>
                <a:cubicBezTo>
                  <a:pt x="310977" y="2300933"/>
                  <a:pt x="267953" y="2257909"/>
                  <a:pt x="214881" y="2257909"/>
                </a:cubicBezTo>
                <a:close/>
                <a:moveTo>
                  <a:pt x="214881" y="1839914"/>
                </a:moveTo>
                <a:cubicBezTo>
                  <a:pt x="161809" y="1839914"/>
                  <a:pt x="118785" y="1882938"/>
                  <a:pt x="118785" y="1936010"/>
                </a:cubicBezTo>
                <a:cubicBezTo>
                  <a:pt x="118785" y="1989082"/>
                  <a:pt x="161809" y="2032106"/>
                  <a:pt x="214881" y="2032106"/>
                </a:cubicBezTo>
                <a:cubicBezTo>
                  <a:pt x="267953" y="2032106"/>
                  <a:pt x="310977" y="1989082"/>
                  <a:pt x="310977" y="1936010"/>
                </a:cubicBezTo>
                <a:cubicBezTo>
                  <a:pt x="310977" y="1882938"/>
                  <a:pt x="267953" y="1839914"/>
                  <a:pt x="214881" y="1839914"/>
                </a:cubicBezTo>
                <a:close/>
                <a:moveTo>
                  <a:pt x="214881" y="1421919"/>
                </a:moveTo>
                <a:cubicBezTo>
                  <a:pt x="161809" y="1421919"/>
                  <a:pt x="118785" y="1464943"/>
                  <a:pt x="118785" y="1518015"/>
                </a:cubicBezTo>
                <a:cubicBezTo>
                  <a:pt x="118785" y="1571087"/>
                  <a:pt x="161809" y="1614111"/>
                  <a:pt x="214881" y="1614111"/>
                </a:cubicBezTo>
                <a:cubicBezTo>
                  <a:pt x="267953" y="1614111"/>
                  <a:pt x="310977" y="1571087"/>
                  <a:pt x="310977" y="1518015"/>
                </a:cubicBezTo>
                <a:cubicBezTo>
                  <a:pt x="310977" y="1464943"/>
                  <a:pt x="267953" y="1421919"/>
                  <a:pt x="214881" y="1421919"/>
                </a:cubicBezTo>
                <a:close/>
                <a:moveTo>
                  <a:pt x="214881" y="1003924"/>
                </a:moveTo>
                <a:cubicBezTo>
                  <a:pt x="161809" y="1003924"/>
                  <a:pt x="118785" y="1046948"/>
                  <a:pt x="118785" y="1100020"/>
                </a:cubicBezTo>
                <a:cubicBezTo>
                  <a:pt x="118785" y="1153092"/>
                  <a:pt x="161809" y="1196116"/>
                  <a:pt x="214881" y="1196116"/>
                </a:cubicBezTo>
                <a:cubicBezTo>
                  <a:pt x="267953" y="1196116"/>
                  <a:pt x="310977" y="1153092"/>
                  <a:pt x="310977" y="1100020"/>
                </a:cubicBezTo>
                <a:cubicBezTo>
                  <a:pt x="310977" y="1046948"/>
                  <a:pt x="267953" y="1003924"/>
                  <a:pt x="214881" y="1003924"/>
                </a:cubicBezTo>
                <a:close/>
                <a:moveTo>
                  <a:pt x="214881" y="585929"/>
                </a:moveTo>
                <a:cubicBezTo>
                  <a:pt x="161809" y="585929"/>
                  <a:pt x="118785" y="628953"/>
                  <a:pt x="118785" y="682025"/>
                </a:cubicBezTo>
                <a:cubicBezTo>
                  <a:pt x="118785" y="735097"/>
                  <a:pt x="161809" y="778121"/>
                  <a:pt x="214881" y="778121"/>
                </a:cubicBezTo>
                <a:cubicBezTo>
                  <a:pt x="267953" y="778121"/>
                  <a:pt x="310977" y="735097"/>
                  <a:pt x="310977" y="682025"/>
                </a:cubicBezTo>
                <a:cubicBezTo>
                  <a:pt x="310977" y="628953"/>
                  <a:pt x="267953" y="585929"/>
                  <a:pt x="214881" y="585929"/>
                </a:cubicBezTo>
                <a:close/>
                <a:moveTo>
                  <a:pt x="214881" y="167934"/>
                </a:moveTo>
                <a:cubicBezTo>
                  <a:pt x="161809" y="167934"/>
                  <a:pt x="118785" y="210958"/>
                  <a:pt x="118785" y="264030"/>
                </a:cubicBezTo>
                <a:cubicBezTo>
                  <a:pt x="118785" y="317102"/>
                  <a:pt x="161809" y="360126"/>
                  <a:pt x="214881" y="360126"/>
                </a:cubicBezTo>
                <a:cubicBezTo>
                  <a:pt x="267953" y="360126"/>
                  <a:pt x="310977" y="317102"/>
                  <a:pt x="310977" y="264030"/>
                </a:cubicBezTo>
                <a:cubicBezTo>
                  <a:pt x="310977" y="210958"/>
                  <a:pt x="267953" y="167934"/>
                  <a:pt x="214881" y="167934"/>
                </a:cubicBezTo>
                <a:close/>
                <a:moveTo>
                  <a:pt x="0" y="0"/>
                </a:moveTo>
                <a:lnTo>
                  <a:pt x="2484001" y="0"/>
                </a:lnTo>
                <a:lnTo>
                  <a:pt x="2484001" y="232022"/>
                </a:lnTo>
                <a:lnTo>
                  <a:pt x="2484001" y="500040"/>
                </a:lnTo>
                <a:lnTo>
                  <a:pt x="2484001" y="732062"/>
                </a:lnTo>
                <a:lnTo>
                  <a:pt x="0" y="3216063"/>
                </a:lnTo>
                <a:lnTo>
                  <a:pt x="0" y="2984041"/>
                </a:lnTo>
                <a:lnTo>
                  <a:pt x="0" y="2320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ea typeface="+mj-ea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7CF4FD-57BB-4BDA-BB41-137DA1670873}"/>
              </a:ext>
            </a:extLst>
          </p:cNvPr>
          <p:cNvGrpSpPr/>
          <p:nvPr/>
        </p:nvGrpSpPr>
        <p:grpSpPr>
          <a:xfrm>
            <a:off x="1521177" y="3921537"/>
            <a:ext cx="6690809" cy="2520675"/>
            <a:chOff x="1521177" y="3921537"/>
            <a:chExt cx="6690809" cy="2520675"/>
          </a:xfrm>
        </p:grpSpPr>
        <p:sp>
          <p:nvSpPr>
            <p:cNvPr id="5" name="Freeform 55">
              <a:extLst>
                <a:ext uri="{FF2B5EF4-FFF2-40B4-BE49-F238E27FC236}">
                  <a16:creationId xmlns:a16="http://schemas.microsoft.com/office/drawing/2014/main" id="{6E9F503C-C7DB-412B-82CB-07B014941892}"/>
                </a:ext>
              </a:extLst>
            </p:cNvPr>
            <p:cNvSpPr/>
            <p:nvPr/>
          </p:nvSpPr>
          <p:spPr>
            <a:xfrm flipH="1">
              <a:off x="1521177" y="6023586"/>
              <a:ext cx="2595307" cy="418626"/>
            </a:xfrm>
            <a:custGeom>
              <a:avLst/>
              <a:gdLst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85725 w 4124325"/>
                <a:gd name="connsiteY2" fmla="*/ 9525 h 838200"/>
                <a:gd name="connsiteX3" fmla="*/ 123825 w 4124325"/>
                <a:gd name="connsiteY3" fmla="*/ 19050 h 838200"/>
                <a:gd name="connsiteX4" fmla="*/ 209550 w 4124325"/>
                <a:gd name="connsiteY4" fmla="*/ 28575 h 838200"/>
                <a:gd name="connsiteX5" fmla="*/ 285750 w 4124325"/>
                <a:gd name="connsiteY5" fmla="*/ 38100 h 838200"/>
                <a:gd name="connsiteX6" fmla="*/ 323850 w 4124325"/>
                <a:gd name="connsiteY6" fmla="*/ 57150 h 838200"/>
                <a:gd name="connsiteX7" fmla="*/ 323850 w 4124325"/>
                <a:gd name="connsiteY7" fmla="*/ 57150 h 838200"/>
                <a:gd name="connsiteX8" fmla="*/ 238125 w 4124325"/>
                <a:gd name="connsiteY8" fmla="*/ 352425 h 838200"/>
                <a:gd name="connsiteX9" fmla="*/ 971550 w 4124325"/>
                <a:gd name="connsiteY9" fmla="*/ 257175 h 838200"/>
                <a:gd name="connsiteX10" fmla="*/ 800100 w 4124325"/>
                <a:gd name="connsiteY10" fmla="*/ 609600 h 838200"/>
                <a:gd name="connsiteX11" fmla="*/ 2524125 w 4124325"/>
                <a:gd name="connsiteY11" fmla="*/ 495300 h 838200"/>
                <a:gd name="connsiteX12" fmla="*/ 2190750 w 4124325"/>
                <a:gd name="connsiteY12" fmla="*/ 838200 h 838200"/>
                <a:gd name="connsiteX13" fmla="*/ 4124325 w 4124325"/>
                <a:gd name="connsiteY13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85725 w 4124325"/>
                <a:gd name="connsiteY2" fmla="*/ 9525 h 838200"/>
                <a:gd name="connsiteX3" fmla="*/ 123825 w 4124325"/>
                <a:gd name="connsiteY3" fmla="*/ 19050 h 838200"/>
                <a:gd name="connsiteX4" fmla="*/ 285750 w 4124325"/>
                <a:gd name="connsiteY4" fmla="*/ 38100 h 838200"/>
                <a:gd name="connsiteX5" fmla="*/ 323850 w 4124325"/>
                <a:gd name="connsiteY5" fmla="*/ 57150 h 838200"/>
                <a:gd name="connsiteX6" fmla="*/ 323850 w 4124325"/>
                <a:gd name="connsiteY6" fmla="*/ 57150 h 838200"/>
                <a:gd name="connsiteX7" fmla="*/ 238125 w 4124325"/>
                <a:gd name="connsiteY7" fmla="*/ 352425 h 838200"/>
                <a:gd name="connsiteX8" fmla="*/ 971550 w 4124325"/>
                <a:gd name="connsiteY8" fmla="*/ 257175 h 838200"/>
                <a:gd name="connsiteX9" fmla="*/ 800100 w 4124325"/>
                <a:gd name="connsiteY9" fmla="*/ 609600 h 838200"/>
                <a:gd name="connsiteX10" fmla="*/ 2524125 w 4124325"/>
                <a:gd name="connsiteY10" fmla="*/ 495300 h 838200"/>
                <a:gd name="connsiteX11" fmla="*/ 2190750 w 4124325"/>
                <a:gd name="connsiteY11" fmla="*/ 838200 h 838200"/>
                <a:gd name="connsiteX12" fmla="*/ 4124325 w 4124325"/>
                <a:gd name="connsiteY12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85725 w 4124325"/>
                <a:gd name="connsiteY2" fmla="*/ 9525 h 838200"/>
                <a:gd name="connsiteX3" fmla="*/ 285750 w 4124325"/>
                <a:gd name="connsiteY3" fmla="*/ 38100 h 838200"/>
                <a:gd name="connsiteX4" fmla="*/ 323850 w 4124325"/>
                <a:gd name="connsiteY4" fmla="*/ 57150 h 838200"/>
                <a:gd name="connsiteX5" fmla="*/ 323850 w 4124325"/>
                <a:gd name="connsiteY5" fmla="*/ 57150 h 838200"/>
                <a:gd name="connsiteX6" fmla="*/ 238125 w 4124325"/>
                <a:gd name="connsiteY6" fmla="*/ 352425 h 838200"/>
                <a:gd name="connsiteX7" fmla="*/ 971550 w 4124325"/>
                <a:gd name="connsiteY7" fmla="*/ 257175 h 838200"/>
                <a:gd name="connsiteX8" fmla="*/ 800100 w 4124325"/>
                <a:gd name="connsiteY8" fmla="*/ 609600 h 838200"/>
                <a:gd name="connsiteX9" fmla="*/ 2524125 w 4124325"/>
                <a:gd name="connsiteY9" fmla="*/ 495300 h 838200"/>
                <a:gd name="connsiteX10" fmla="*/ 2190750 w 4124325"/>
                <a:gd name="connsiteY10" fmla="*/ 838200 h 838200"/>
                <a:gd name="connsiteX11" fmla="*/ 4124325 w 4124325"/>
                <a:gd name="connsiteY11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285750 w 4124325"/>
                <a:gd name="connsiteY2" fmla="*/ 38100 h 838200"/>
                <a:gd name="connsiteX3" fmla="*/ 323850 w 4124325"/>
                <a:gd name="connsiteY3" fmla="*/ 57150 h 838200"/>
                <a:gd name="connsiteX4" fmla="*/ 323850 w 4124325"/>
                <a:gd name="connsiteY4" fmla="*/ 57150 h 838200"/>
                <a:gd name="connsiteX5" fmla="*/ 238125 w 4124325"/>
                <a:gd name="connsiteY5" fmla="*/ 352425 h 838200"/>
                <a:gd name="connsiteX6" fmla="*/ 971550 w 4124325"/>
                <a:gd name="connsiteY6" fmla="*/ 257175 h 838200"/>
                <a:gd name="connsiteX7" fmla="*/ 800100 w 4124325"/>
                <a:gd name="connsiteY7" fmla="*/ 609600 h 838200"/>
                <a:gd name="connsiteX8" fmla="*/ 2524125 w 4124325"/>
                <a:gd name="connsiteY8" fmla="*/ 495300 h 838200"/>
                <a:gd name="connsiteX9" fmla="*/ 2190750 w 4124325"/>
                <a:gd name="connsiteY9" fmla="*/ 838200 h 838200"/>
                <a:gd name="connsiteX10" fmla="*/ 4124325 w 4124325"/>
                <a:gd name="connsiteY10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323850 w 4124325"/>
                <a:gd name="connsiteY3" fmla="*/ 57150 h 838200"/>
                <a:gd name="connsiteX4" fmla="*/ 238125 w 4124325"/>
                <a:gd name="connsiteY4" fmla="*/ 352425 h 838200"/>
                <a:gd name="connsiteX5" fmla="*/ 971550 w 4124325"/>
                <a:gd name="connsiteY5" fmla="*/ 257175 h 838200"/>
                <a:gd name="connsiteX6" fmla="*/ 800100 w 4124325"/>
                <a:gd name="connsiteY6" fmla="*/ 609600 h 838200"/>
                <a:gd name="connsiteX7" fmla="*/ 2524125 w 4124325"/>
                <a:gd name="connsiteY7" fmla="*/ 495300 h 838200"/>
                <a:gd name="connsiteX8" fmla="*/ 2190750 w 4124325"/>
                <a:gd name="connsiteY8" fmla="*/ 838200 h 838200"/>
                <a:gd name="connsiteX9" fmla="*/ 4124325 w 4124325"/>
                <a:gd name="connsiteY9" fmla="*/ 704850 h 838200"/>
                <a:gd name="connsiteX0" fmla="*/ 0 w 4124325"/>
                <a:gd name="connsiteY0" fmla="*/ 19050 h 857250"/>
                <a:gd name="connsiteX1" fmla="*/ 0 w 4124325"/>
                <a:gd name="connsiteY1" fmla="*/ 19050 h 857250"/>
                <a:gd name="connsiteX2" fmla="*/ 323850 w 4124325"/>
                <a:gd name="connsiteY2" fmla="*/ 76200 h 857250"/>
                <a:gd name="connsiteX3" fmla="*/ 400050 w 4124325"/>
                <a:gd name="connsiteY3" fmla="*/ 0 h 857250"/>
                <a:gd name="connsiteX4" fmla="*/ 238125 w 4124325"/>
                <a:gd name="connsiteY4" fmla="*/ 371475 h 857250"/>
                <a:gd name="connsiteX5" fmla="*/ 971550 w 4124325"/>
                <a:gd name="connsiteY5" fmla="*/ 276225 h 857250"/>
                <a:gd name="connsiteX6" fmla="*/ 800100 w 4124325"/>
                <a:gd name="connsiteY6" fmla="*/ 628650 h 857250"/>
                <a:gd name="connsiteX7" fmla="*/ 2524125 w 4124325"/>
                <a:gd name="connsiteY7" fmla="*/ 514350 h 857250"/>
                <a:gd name="connsiteX8" fmla="*/ 2190750 w 4124325"/>
                <a:gd name="connsiteY8" fmla="*/ 857250 h 857250"/>
                <a:gd name="connsiteX9" fmla="*/ 4124325 w 4124325"/>
                <a:gd name="connsiteY9" fmla="*/ 723900 h 85725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800100 w 4124325"/>
                <a:gd name="connsiteY5" fmla="*/ 609600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284758 w 4124325"/>
                <a:gd name="connsiteY6" fmla="*/ 437570 h 838200"/>
                <a:gd name="connsiteX7" fmla="*/ 2524125 w 4124325"/>
                <a:gd name="connsiteY7" fmla="*/ 495300 h 838200"/>
                <a:gd name="connsiteX8" fmla="*/ 2190750 w 4124325"/>
                <a:gd name="connsiteY8" fmla="*/ 838200 h 838200"/>
                <a:gd name="connsiteX9" fmla="*/ 4124325 w 4124325"/>
                <a:gd name="connsiteY9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200"/>
                <a:gd name="connsiteX1" fmla="*/ 0 w 4124325"/>
                <a:gd name="connsiteY1" fmla="*/ 0 h 838200"/>
                <a:gd name="connsiteX2" fmla="*/ 323850 w 4124325"/>
                <a:gd name="connsiteY2" fmla="*/ 57150 h 838200"/>
                <a:gd name="connsiteX3" fmla="*/ 238125 w 4124325"/>
                <a:gd name="connsiteY3" fmla="*/ 352425 h 838200"/>
                <a:gd name="connsiteX4" fmla="*/ 971550 w 4124325"/>
                <a:gd name="connsiteY4" fmla="*/ 257175 h 838200"/>
                <a:gd name="connsiteX5" fmla="*/ 704684 w 4124325"/>
                <a:gd name="connsiteY5" fmla="*/ 629478 h 838200"/>
                <a:gd name="connsiteX6" fmla="*/ 2524125 w 4124325"/>
                <a:gd name="connsiteY6" fmla="*/ 495300 h 838200"/>
                <a:gd name="connsiteX7" fmla="*/ 2190750 w 4124325"/>
                <a:gd name="connsiteY7" fmla="*/ 838200 h 838200"/>
                <a:gd name="connsiteX8" fmla="*/ 4124325 w 4124325"/>
                <a:gd name="connsiteY8" fmla="*/ 704850 h 838200"/>
                <a:gd name="connsiteX0" fmla="*/ 0 w 4124325"/>
                <a:gd name="connsiteY0" fmla="*/ 0 h 838698"/>
                <a:gd name="connsiteX1" fmla="*/ 0 w 4124325"/>
                <a:gd name="connsiteY1" fmla="*/ 0 h 838698"/>
                <a:gd name="connsiteX2" fmla="*/ 323850 w 4124325"/>
                <a:gd name="connsiteY2" fmla="*/ 57150 h 838698"/>
                <a:gd name="connsiteX3" fmla="*/ 238125 w 4124325"/>
                <a:gd name="connsiteY3" fmla="*/ 352425 h 838698"/>
                <a:gd name="connsiteX4" fmla="*/ 971550 w 4124325"/>
                <a:gd name="connsiteY4" fmla="*/ 257175 h 838698"/>
                <a:gd name="connsiteX5" fmla="*/ 704684 w 4124325"/>
                <a:gd name="connsiteY5" fmla="*/ 629478 h 838698"/>
                <a:gd name="connsiteX6" fmla="*/ 2524125 w 4124325"/>
                <a:gd name="connsiteY6" fmla="*/ 495300 h 838698"/>
                <a:gd name="connsiteX7" fmla="*/ 2190750 w 4124325"/>
                <a:gd name="connsiteY7" fmla="*/ 838200 h 838698"/>
                <a:gd name="connsiteX8" fmla="*/ 4124325 w 4124325"/>
                <a:gd name="connsiteY8" fmla="*/ 704850 h 838698"/>
                <a:gd name="connsiteX0" fmla="*/ 0 w 5281240"/>
                <a:gd name="connsiteY0" fmla="*/ 0 h 838698"/>
                <a:gd name="connsiteX1" fmla="*/ 0 w 5281240"/>
                <a:gd name="connsiteY1" fmla="*/ 0 h 838698"/>
                <a:gd name="connsiteX2" fmla="*/ 323850 w 5281240"/>
                <a:gd name="connsiteY2" fmla="*/ 57150 h 838698"/>
                <a:gd name="connsiteX3" fmla="*/ 238125 w 5281240"/>
                <a:gd name="connsiteY3" fmla="*/ 352425 h 838698"/>
                <a:gd name="connsiteX4" fmla="*/ 971550 w 5281240"/>
                <a:gd name="connsiteY4" fmla="*/ 257175 h 838698"/>
                <a:gd name="connsiteX5" fmla="*/ 704684 w 5281240"/>
                <a:gd name="connsiteY5" fmla="*/ 629478 h 838698"/>
                <a:gd name="connsiteX6" fmla="*/ 2524125 w 5281240"/>
                <a:gd name="connsiteY6" fmla="*/ 495300 h 838698"/>
                <a:gd name="connsiteX7" fmla="*/ 2190750 w 5281240"/>
                <a:gd name="connsiteY7" fmla="*/ 838200 h 838698"/>
                <a:gd name="connsiteX8" fmla="*/ 5281240 w 5281240"/>
                <a:gd name="connsiteY8" fmla="*/ 617385 h 838698"/>
                <a:gd name="connsiteX0" fmla="*/ 0 w 4638777"/>
                <a:gd name="connsiteY0" fmla="*/ 0 h 838698"/>
                <a:gd name="connsiteX1" fmla="*/ 0 w 4638777"/>
                <a:gd name="connsiteY1" fmla="*/ 0 h 838698"/>
                <a:gd name="connsiteX2" fmla="*/ 323850 w 4638777"/>
                <a:gd name="connsiteY2" fmla="*/ 57150 h 838698"/>
                <a:gd name="connsiteX3" fmla="*/ 238125 w 4638777"/>
                <a:gd name="connsiteY3" fmla="*/ 352425 h 838698"/>
                <a:gd name="connsiteX4" fmla="*/ 971550 w 4638777"/>
                <a:gd name="connsiteY4" fmla="*/ 257175 h 838698"/>
                <a:gd name="connsiteX5" fmla="*/ 704684 w 4638777"/>
                <a:gd name="connsiteY5" fmla="*/ 629478 h 838698"/>
                <a:gd name="connsiteX6" fmla="*/ 2524125 w 4638777"/>
                <a:gd name="connsiteY6" fmla="*/ 495300 h 838698"/>
                <a:gd name="connsiteX7" fmla="*/ 2190750 w 4638777"/>
                <a:gd name="connsiteY7" fmla="*/ 838200 h 838698"/>
                <a:gd name="connsiteX8" fmla="*/ 4638777 w 4638777"/>
                <a:gd name="connsiteY8" fmla="*/ 655550 h 838698"/>
                <a:gd name="connsiteX0" fmla="*/ 0 w 4519249"/>
                <a:gd name="connsiteY0" fmla="*/ 0 h 838698"/>
                <a:gd name="connsiteX1" fmla="*/ 0 w 4519249"/>
                <a:gd name="connsiteY1" fmla="*/ 0 h 838698"/>
                <a:gd name="connsiteX2" fmla="*/ 323850 w 4519249"/>
                <a:gd name="connsiteY2" fmla="*/ 57150 h 838698"/>
                <a:gd name="connsiteX3" fmla="*/ 238125 w 4519249"/>
                <a:gd name="connsiteY3" fmla="*/ 352425 h 838698"/>
                <a:gd name="connsiteX4" fmla="*/ 971550 w 4519249"/>
                <a:gd name="connsiteY4" fmla="*/ 257175 h 838698"/>
                <a:gd name="connsiteX5" fmla="*/ 704684 w 4519249"/>
                <a:gd name="connsiteY5" fmla="*/ 629478 h 838698"/>
                <a:gd name="connsiteX6" fmla="*/ 2524125 w 4519249"/>
                <a:gd name="connsiteY6" fmla="*/ 495300 h 838698"/>
                <a:gd name="connsiteX7" fmla="*/ 2190750 w 4519249"/>
                <a:gd name="connsiteY7" fmla="*/ 838200 h 838698"/>
                <a:gd name="connsiteX8" fmla="*/ 4519249 w 4519249"/>
                <a:gd name="connsiteY8" fmla="*/ 655550 h 838698"/>
                <a:gd name="connsiteX0" fmla="*/ 0 w 4071019"/>
                <a:gd name="connsiteY0" fmla="*/ 0 h 838698"/>
                <a:gd name="connsiteX1" fmla="*/ 0 w 4071019"/>
                <a:gd name="connsiteY1" fmla="*/ 0 h 838698"/>
                <a:gd name="connsiteX2" fmla="*/ 323850 w 4071019"/>
                <a:gd name="connsiteY2" fmla="*/ 57150 h 838698"/>
                <a:gd name="connsiteX3" fmla="*/ 238125 w 4071019"/>
                <a:gd name="connsiteY3" fmla="*/ 352425 h 838698"/>
                <a:gd name="connsiteX4" fmla="*/ 971550 w 4071019"/>
                <a:gd name="connsiteY4" fmla="*/ 257175 h 838698"/>
                <a:gd name="connsiteX5" fmla="*/ 704684 w 4071019"/>
                <a:gd name="connsiteY5" fmla="*/ 629478 h 838698"/>
                <a:gd name="connsiteX6" fmla="*/ 2524125 w 4071019"/>
                <a:gd name="connsiteY6" fmla="*/ 495300 h 838698"/>
                <a:gd name="connsiteX7" fmla="*/ 2190750 w 4071019"/>
                <a:gd name="connsiteY7" fmla="*/ 838200 h 838698"/>
                <a:gd name="connsiteX8" fmla="*/ 4071019 w 4071019"/>
                <a:gd name="connsiteY8" fmla="*/ 693716 h 83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1019" h="838698">
                  <a:moveTo>
                    <a:pt x="0" y="0"/>
                  </a:moveTo>
                  <a:lnTo>
                    <a:pt x="0" y="0"/>
                  </a:lnTo>
                  <a:cubicBezTo>
                    <a:pt x="107950" y="19050"/>
                    <a:pt x="386654" y="-32693"/>
                    <a:pt x="323850" y="57150"/>
                  </a:cubicBezTo>
                  <a:cubicBezTo>
                    <a:pt x="233116" y="186948"/>
                    <a:pt x="70540" y="342942"/>
                    <a:pt x="238125" y="352425"/>
                  </a:cubicBezTo>
                  <a:cubicBezTo>
                    <a:pt x="482600" y="320675"/>
                    <a:pt x="985493" y="129899"/>
                    <a:pt x="971550" y="257175"/>
                  </a:cubicBezTo>
                  <a:cubicBezTo>
                    <a:pt x="942229" y="426333"/>
                    <a:pt x="475587" y="595492"/>
                    <a:pt x="704684" y="629478"/>
                  </a:cubicBezTo>
                  <a:cubicBezTo>
                    <a:pt x="963446" y="669165"/>
                    <a:pt x="2681964" y="361122"/>
                    <a:pt x="2524125" y="495300"/>
                  </a:cubicBezTo>
                  <a:cubicBezTo>
                    <a:pt x="2413000" y="609600"/>
                    <a:pt x="1912261" y="851121"/>
                    <a:pt x="2190750" y="838200"/>
                  </a:cubicBezTo>
                  <a:lnTo>
                    <a:pt x="4071019" y="693716"/>
                  </a:lnTo>
                </a:path>
              </a:pathLst>
            </a:custGeom>
            <a:ln w="349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ea typeface="+mj-ea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8DAC3E2-30C7-406F-AC84-0286F3959AB3}"/>
                </a:ext>
              </a:extLst>
            </p:cNvPr>
            <p:cNvGrpSpPr/>
            <p:nvPr/>
          </p:nvGrpSpPr>
          <p:grpSpPr>
            <a:xfrm rot="2700000">
              <a:off x="5397067" y="1924558"/>
              <a:ext cx="817939" cy="4811898"/>
              <a:chOff x="6010272" y="2713784"/>
              <a:chExt cx="715173" cy="420733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4A3FA5E-B9CF-45B6-B04C-591C5EAC8AF0}"/>
                  </a:ext>
                </a:extLst>
              </p:cNvPr>
              <p:cNvGrpSpPr/>
              <p:nvPr/>
            </p:nvGrpSpPr>
            <p:grpSpPr>
              <a:xfrm>
                <a:off x="6010272" y="6136593"/>
                <a:ext cx="709526" cy="784525"/>
                <a:chOff x="2193351" y="5121188"/>
                <a:chExt cx="896767" cy="906320"/>
              </a:xfrm>
            </p:grpSpPr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60315477-6D82-499E-AABD-CE43825690AB}"/>
                    </a:ext>
                  </a:extLst>
                </p:cNvPr>
                <p:cNvSpPr/>
                <p:nvPr/>
              </p:nvSpPr>
              <p:spPr>
                <a:xfrm>
                  <a:off x="2193351" y="5127408"/>
                  <a:ext cx="896767" cy="900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378" h="1800199">
                      <a:moveTo>
                        <a:pt x="0" y="0"/>
                      </a:moveTo>
                      <a:lnTo>
                        <a:pt x="1802378" y="0"/>
                      </a:lnTo>
                      <a:lnTo>
                        <a:pt x="1802378" y="289727"/>
                      </a:lnTo>
                      <a:lnTo>
                        <a:pt x="1801366" y="289727"/>
                      </a:lnTo>
                      <a:lnTo>
                        <a:pt x="901188" y="1800199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>
                        <a:lumMod val="55000"/>
                        <a:lumOff val="45000"/>
                      </a:schemeClr>
                    </a:gs>
                    <a:gs pos="100000">
                      <a:schemeClr val="accent6">
                        <a:lumMod val="55000"/>
                        <a:lumOff val="45000"/>
                      </a:schemeClr>
                    </a:gs>
                  </a:gsLst>
                  <a:lin ang="19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ea typeface="+mj-ea"/>
                  </a:endParaRPr>
                </a:p>
              </p:txBody>
            </p:sp>
            <p:sp>
              <p:nvSpPr>
                <p:cNvPr id="20" name="Rectangle 8">
                  <a:extLst>
                    <a:ext uri="{FF2B5EF4-FFF2-40B4-BE49-F238E27FC236}">
                      <a16:creationId xmlns:a16="http://schemas.microsoft.com/office/drawing/2014/main" id="{BACE5549-35FA-4739-9AED-1B06547AFFE2}"/>
                    </a:ext>
                  </a:extLst>
                </p:cNvPr>
                <p:cNvSpPr/>
                <p:nvPr/>
              </p:nvSpPr>
              <p:spPr>
                <a:xfrm>
                  <a:off x="2195737" y="5121188"/>
                  <a:ext cx="679522" cy="893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9043" h="1787331">
                      <a:moveTo>
                        <a:pt x="0" y="0"/>
                      </a:moveTo>
                      <a:lnTo>
                        <a:pt x="1359043" y="0"/>
                      </a:lnTo>
                      <a:lnTo>
                        <a:pt x="1359043" y="212596"/>
                      </a:lnTo>
                      <a:lnTo>
                        <a:pt x="893519" y="1787331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>
                        <a:lumMod val="45000"/>
                        <a:lumOff val="55000"/>
                      </a:schemeClr>
                    </a:gs>
                    <a:gs pos="100000">
                      <a:schemeClr val="accent6">
                        <a:lumMod val="45000"/>
                        <a:lumOff val="55000"/>
                      </a:schemeClr>
                    </a:gs>
                  </a:gsLst>
                  <a:lin ang="19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ea typeface="+mj-ea"/>
                  </a:endParaRPr>
                </a:p>
              </p:txBody>
            </p:sp>
            <p:sp>
              <p:nvSpPr>
                <p:cNvPr id="21" name="Rectangle 8">
                  <a:extLst>
                    <a:ext uri="{FF2B5EF4-FFF2-40B4-BE49-F238E27FC236}">
                      <a16:creationId xmlns:a16="http://schemas.microsoft.com/office/drawing/2014/main" id="{351979AA-3E1F-4AD4-A079-471CC6A42C28}"/>
                    </a:ext>
                  </a:extLst>
                </p:cNvPr>
                <p:cNvSpPr/>
                <p:nvPr/>
              </p:nvSpPr>
              <p:spPr>
                <a:xfrm>
                  <a:off x="2195737" y="5121188"/>
                  <a:ext cx="450922" cy="894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843" h="1789890">
                      <a:moveTo>
                        <a:pt x="0" y="0"/>
                      </a:moveTo>
                      <a:lnTo>
                        <a:pt x="897414" y="0"/>
                      </a:lnTo>
                      <a:lnTo>
                        <a:pt x="901843" y="212596"/>
                      </a:lnTo>
                      <a:lnTo>
                        <a:pt x="895045" y="1789890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>
                        <a:lumMod val="30000"/>
                        <a:lumOff val="70000"/>
                      </a:schemeClr>
                    </a:gs>
                    <a:gs pos="100000">
                      <a:schemeClr val="accent6">
                        <a:lumMod val="30000"/>
                        <a:lumOff val="70000"/>
                      </a:schemeClr>
                    </a:gs>
                  </a:gsLst>
                  <a:lin ang="19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ea typeface="+mj-ea"/>
                  </a:endParaRPr>
                </a:p>
              </p:txBody>
            </p:sp>
            <p:sp>
              <p:nvSpPr>
                <p:cNvPr id="22" name="Rectangle 8">
                  <a:extLst>
                    <a:ext uri="{FF2B5EF4-FFF2-40B4-BE49-F238E27FC236}">
                      <a16:creationId xmlns:a16="http://schemas.microsoft.com/office/drawing/2014/main" id="{63E24784-723C-48C7-84C3-424A29D9A4C9}"/>
                    </a:ext>
                  </a:extLst>
                </p:cNvPr>
                <p:cNvSpPr/>
                <p:nvPr/>
              </p:nvSpPr>
              <p:spPr>
                <a:xfrm>
                  <a:off x="2195736" y="5121188"/>
                  <a:ext cx="448123" cy="895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246" h="1791906">
                      <a:moveTo>
                        <a:pt x="0" y="0"/>
                      </a:moveTo>
                      <a:lnTo>
                        <a:pt x="440115" y="0"/>
                      </a:lnTo>
                      <a:lnTo>
                        <a:pt x="452263" y="212596"/>
                      </a:lnTo>
                      <a:lnTo>
                        <a:pt x="896246" y="1791906"/>
                      </a:lnTo>
                      <a:lnTo>
                        <a:pt x="1012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6">
                        <a:lumMod val="20000"/>
                        <a:lumOff val="8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9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ea typeface="+mj-ea"/>
                  </a:endParaRPr>
                </a:p>
              </p:txBody>
            </p:sp>
            <p:sp>
              <p:nvSpPr>
                <p:cNvPr id="23" name="Rectangle 8">
                  <a:extLst>
                    <a:ext uri="{FF2B5EF4-FFF2-40B4-BE49-F238E27FC236}">
                      <a16:creationId xmlns:a16="http://schemas.microsoft.com/office/drawing/2014/main" id="{1EE0F6F9-6339-46EF-9DC5-DA4E360D5E2C}"/>
                    </a:ext>
                  </a:extLst>
                </p:cNvPr>
                <p:cNvSpPr/>
                <p:nvPr/>
              </p:nvSpPr>
              <p:spPr>
                <a:xfrm>
                  <a:off x="2542419" y="5815404"/>
                  <a:ext cx="203587" cy="204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810" h="1800199">
                      <a:moveTo>
                        <a:pt x="229620" y="140779"/>
                      </a:moveTo>
                      <a:cubicBezTo>
                        <a:pt x="334730" y="140779"/>
                        <a:pt x="422984" y="212958"/>
                        <a:pt x="445844" y="310765"/>
                      </a:cubicBezTo>
                      <a:lnTo>
                        <a:pt x="454300" y="310765"/>
                      </a:lnTo>
                      <a:lnTo>
                        <a:pt x="462757" y="310765"/>
                      </a:lnTo>
                      <a:cubicBezTo>
                        <a:pt x="485617" y="212958"/>
                        <a:pt x="573869" y="140779"/>
                        <a:pt x="678980" y="140779"/>
                      </a:cubicBezTo>
                      <a:cubicBezTo>
                        <a:pt x="784090" y="140779"/>
                        <a:pt x="872344" y="212958"/>
                        <a:pt x="895204" y="310765"/>
                      </a:cubicBezTo>
                      <a:lnTo>
                        <a:pt x="903659" y="310765"/>
                      </a:lnTo>
                      <a:lnTo>
                        <a:pt x="903660" y="310765"/>
                      </a:lnTo>
                      <a:lnTo>
                        <a:pt x="912116" y="310765"/>
                      </a:lnTo>
                      <a:cubicBezTo>
                        <a:pt x="934976" y="212958"/>
                        <a:pt x="1023228" y="140779"/>
                        <a:pt x="1128339" y="140779"/>
                      </a:cubicBezTo>
                      <a:cubicBezTo>
                        <a:pt x="1233450" y="140779"/>
                        <a:pt x="1321703" y="212958"/>
                        <a:pt x="1344563" y="310765"/>
                      </a:cubicBezTo>
                      <a:lnTo>
                        <a:pt x="1353019" y="310765"/>
                      </a:lnTo>
                      <a:lnTo>
                        <a:pt x="1361476" y="310765"/>
                      </a:lnTo>
                      <a:cubicBezTo>
                        <a:pt x="1384336" y="212958"/>
                        <a:pt x="1472588" y="140779"/>
                        <a:pt x="1577699" y="140779"/>
                      </a:cubicBezTo>
                      <a:cubicBezTo>
                        <a:pt x="1680932" y="140779"/>
                        <a:pt x="1767904" y="210402"/>
                        <a:pt x="1791810" y="305762"/>
                      </a:cubicBezTo>
                      <a:lnTo>
                        <a:pt x="901188" y="1800199"/>
                      </a:lnTo>
                      <a:lnTo>
                        <a:pt x="13460" y="310615"/>
                      </a:lnTo>
                      <a:cubicBezTo>
                        <a:pt x="36351" y="212881"/>
                        <a:pt x="124565" y="140779"/>
                        <a:pt x="229620" y="140779"/>
                      </a:cubicBezTo>
                      <a:close/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4940" y="0"/>
                      </a:lnTo>
                      <a:lnTo>
                        <a:pt x="4940" y="296318"/>
                      </a:lnTo>
                      <a:lnTo>
                        <a:pt x="1012" y="289727"/>
                      </a:lnTo>
                      <a:lnTo>
                        <a:pt x="1" y="289727"/>
                      </a:lnTo>
                      <a:lnTo>
                        <a:pt x="0" y="289727"/>
                      </a:lnTo>
                      <a:lnTo>
                        <a:pt x="0" y="288030"/>
                      </a:lnTo>
                      <a:close/>
                    </a:path>
                  </a:pathLst>
                </a:custGeom>
                <a:gradFill>
                  <a:gsLst>
                    <a:gs pos="15000">
                      <a:schemeClr val="accent6">
                        <a:lumMod val="5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0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ea typeface="+mj-ea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0C63B24-CFA6-4441-B0A8-65323CF457FC}"/>
                  </a:ext>
                </a:extLst>
              </p:cNvPr>
              <p:cNvGrpSpPr/>
              <p:nvPr/>
            </p:nvGrpSpPr>
            <p:grpSpPr>
              <a:xfrm>
                <a:off x="6012160" y="2852936"/>
                <a:ext cx="707640" cy="3348900"/>
                <a:chOff x="6012160" y="2852936"/>
                <a:chExt cx="707640" cy="334890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17C75E5-CE08-46D4-8EDD-6DCB6A60B251}"/>
                    </a:ext>
                  </a:extLst>
                </p:cNvPr>
                <p:cNvGrpSpPr/>
                <p:nvPr/>
              </p:nvGrpSpPr>
              <p:grpSpPr>
                <a:xfrm>
                  <a:off x="6012160" y="5074485"/>
                  <a:ext cx="707640" cy="1127351"/>
                  <a:chOff x="6012160" y="5074485"/>
                  <a:chExt cx="707640" cy="1127351"/>
                </a:xfrm>
              </p:grpSpPr>
              <p:sp>
                <p:nvSpPr>
                  <p:cNvPr id="16" name="Rectangle 2">
                    <a:extLst>
                      <a:ext uri="{FF2B5EF4-FFF2-40B4-BE49-F238E27FC236}">
                        <a16:creationId xmlns:a16="http://schemas.microsoft.com/office/drawing/2014/main" id="{EE5C985F-3C08-4E51-B4E9-A0EBAE5BB26A}"/>
                      </a:ext>
                    </a:extLst>
                  </p:cNvPr>
                  <p:cNvSpPr/>
                  <p:nvPr/>
                </p:nvSpPr>
                <p:spPr>
                  <a:xfrm>
                    <a:off x="6012160" y="5074486"/>
                    <a:ext cx="237600" cy="1121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061" h="4392488">
                        <a:moveTo>
                          <a:pt x="0" y="0"/>
                        </a:moveTo>
                        <a:lnTo>
                          <a:pt x="571061" y="0"/>
                        </a:lnTo>
                        <a:lnTo>
                          <a:pt x="571061" y="4392488"/>
                        </a:lnTo>
                        <a:lnTo>
                          <a:pt x="560315" y="4392488"/>
                        </a:lnTo>
                        <a:cubicBezTo>
                          <a:pt x="531263" y="4268191"/>
                          <a:pt x="419108" y="4176464"/>
                          <a:pt x="285530" y="4176464"/>
                        </a:cubicBezTo>
                        <a:cubicBezTo>
                          <a:pt x="151952" y="4176464"/>
                          <a:pt x="39798" y="4268191"/>
                          <a:pt x="10747" y="4392488"/>
                        </a:cubicBezTo>
                        <a:lnTo>
                          <a:pt x="0" y="4392488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>
                      <a:ea typeface="+mj-ea"/>
                    </a:endParaRPr>
                  </a:p>
                </p:txBody>
              </p:sp>
              <p:sp>
                <p:nvSpPr>
                  <p:cNvPr id="17" name="Rectangle 2">
                    <a:extLst>
                      <a:ext uri="{FF2B5EF4-FFF2-40B4-BE49-F238E27FC236}">
                        <a16:creationId xmlns:a16="http://schemas.microsoft.com/office/drawing/2014/main" id="{D9482157-AFC2-4C58-AF06-A125D70797B8}"/>
                      </a:ext>
                    </a:extLst>
                  </p:cNvPr>
                  <p:cNvSpPr/>
                  <p:nvPr/>
                </p:nvSpPr>
                <p:spPr>
                  <a:xfrm>
                    <a:off x="6249871" y="5074485"/>
                    <a:ext cx="237600" cy="1121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061" h="4392488">
                        <a:moveTo>
                          <a:pt x="0" y="0"/>
                        </a:moveTo>
                        <a:lnTo>
                          <a:pt x="571061" y="0"/>
                        </a:lnTo>
                        <a:lnTo>
                          <a:pt x="571061" y="4392488"/>
                        </a:lnTo>
                        <a:lnTo>
                          <a:pt x="560315" y="4392488"/>
                        </a:lnTo>
                        <a:cubicBezTo>
                          <a:pt x="531263" y="4268191"/>
                          <a:pt x="419108" y="4176464"/>
                          <a:pt x="285530" y="4176464"/>
                        </a:cubicBezTo>
                        <a:cubicBezTo>
                          <a:pt x="151952" y="4176464"/>
                          <a:pt x="39798" y="4268191"/>
                          <a:pt x="10747" y="4392488"/>
                        </a:cubicBezTo>
                        <a:lnTo>
                          <a:pt x="0" y="4392488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>
                      <a:ea typeface="+mj-ea"/>
                    </a:endParaRPr>
                  </a:p>
                </p:txBody>
              </p:sp>
              <p:sp>
                <p:nvSpPr>
                  <p:cNvPr id="18" name="Rectangle 2">
                    <a:extLst>
                      <a:ext uri="{FF2B5EF4-FFF2-40B4-BE49-F238E27FC236}">
                        <a16:creationId xmlns:a16="http://schemas.microsoft.com/office/drawing/2014/main" id="{9D65716A-ED71-4E38-A03A-FC8F3777B396}"/>
                      </a:ext>
                    </a:extLst>
                  </p:cNvPr>
                  <p:cNvSpPr/>
                  <p:nvPr/>
                </p:nvSpPr>
                <p:spPr>
                  <a:xfrm>
                    <a:off x="6482200" y="5079873"/>
                    <a:ext cx="237600" cy="1121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061" h="4392488">
                        <a:moveTo>
                          <a:pt x="0" y="0"/>
                        </a:moveTo>
                        <a:lnTo>
                          <a:pt x="571061" y="0"/>
                        </a:lnTo>
                        <a:lnTo>
                          <a:pt x="571061" y="4392488"/>
                        </a:lnTo>
                        <a:lnTo>
                          <a:pt x="560315" y="4392488"/>
                        </a:lnTo>
                        <a:cubicBezTo>
                          <a:pt x="531263" y="4268191"/>
                          <a:pt x="419108" y="4176464"/>
                          <a:pt x="285530" y="4176464"/>
                        </a:cubicBezTo>
                        <a:cubicBezTo>
                          <a:pt x="151952" y="4176464"/>
                          <a:pt x="39798" y="4268191"/>
                          <a:pt x="10747" y="4392488"/>
                        </a:cubicBezTo>
                        <a:lnTo>
                          <a:pt x="0" y="439248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>
                      <a:ea typeface="+mj-ea"/>
                    </a:endParaRP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39A9241-39E2-4272-B389-B34C14914D78}"/>
                    </a:ext>
                  </a:extLst>
                </p:cNvPr>
                <p:cNvGrpSpPr/>
                <p:nvPr/>
              </p:nvGrpSpPr>
              <p:grpSpPr>
                <a:xfrm>
                  <a:off x="6012160" y="2852936"/>
                  <a:ext cx="707640" cy="2237706"/>
                  <a:chOff x="6012160" y="2852936"/>
                  <a:chExt cx="707640" cy="2237706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09099238-A69E-4AAB-B6D4-DC2D521D72F9}"/>
                      </a:ext>
                    </a:extLst>
                  </p:cNvPr>
                  <p:cNvSpPr/>
                  <p:nvPr/>
                </p:nvSpPr>
                <p:spPr>
                  <a:xfrm>
                    <a:off x="6482200" y="2858320"/>
                    <a:ext cx="237600" cy="2232322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 sz="2701">
                      <a:ea typeface="+mj-ea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32AA088-2BD3-4D3D-9F5A-F17EAEA60043}"/>
                      </a:ext>
                    </a:extLst>
                  </p:cNvPr>
                  <p:cNvSpPr/>
                  <p:nvPr/>
                </p:nvSpPr>
                <p:spPr>
                  <a:xfrm>
                    <a:off x="6250133" y="2852936"/>
                    <a:ext cx="237600" cy="2232322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 sz="2701">
                      <a:ea typeface="+mj-ea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1FA620-5E20-4512-A102-15A956E44C9A}"/>
                      </a:ext>
                    </a:extLst>
                  </p:cNvPr>
                  <p:cNvSpPr/>
                  <p:nvPr/>
                </p:nvSpPr>
                <p:spPr>
                  <a:xfrm>
                    <a:off x="6012160" y="2852936"/>
                    <a:ext cx="237600" cy="2232322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 sz="2701" dirty="0">
                      <a:ea typeface="+mj-ea"/>
                    </a:endParaRPr>
                  </a:p>
                </p:txBody>
              </p:sp>
            </p:grpSp>
          </p:grpSp>
          <p:sp>
            <p:nvSpPr>
              <p:cNvPr id="9" name="Hexagon 1">
                <a:extLst>
                  <a:ext uri="{FF2B5EF4-FFF2-40B4-BE49-F238E27FC236}">
                    <a16:creationId xmlns:a16="http://schemas.microsoft.com/office/drawing/2014/main" id="{E754CEF8-F9C6-4025-8427-503266392BE6}"/>
                  </a:ext>
                </a:extLst>
              </p:cNvPr>
              <p:cNvSpPr/>
              <p:nvPr/>
            </p:nvSpPr>
            <p:spPr>
              <a:xfrm rot="10800000" flipH="1" flipV="1">
                <a:off x="6012421" y="2713784"/>
                <a:ext cx="713024" cy="278304"/>
              </a:xfrm>
              <a:custGeom>
                <a:avLst/>
                <a:gdLst>
                  <a:gd name="connsiteX0" fmla="*/ 0 w 713024"/>
                  <a:gd name="connsiteY0" fmla="*/ 277692 h 555383"/>
                  <a:gd name="connsiteX1" fmla="*/ 138846 w 713024"/>
                  <a:gd name="connsiteY1" fmla="*/ 0 h 555383"/>
                  <a:gd name="connsiteX2" fmla="*/ 574178 w 713024"/>
                  <a:gd name="connsiteY2" fmla="*/ 0 h 555383"/>
                  <a:gd name="connsiteX3" fmla="*/ 713024 w 713024"/>
                  <a:gd name="connsiteY3" fmla="*/ 277692 h 555383"/>
                  <a:gd name="connsiteX4" fmla="*/ 574178 w 713024"/>
                  <a:gd name="connsiteY4" fmla="*/ 555383 h 555383"/>
                  <a:gd name="connsiteX5" fmla="*/ 138846 w 713024"/>
                  <a:gd name="connsiteY5" fmla="*/ 555383 h 555383"/>
                  <a:gd name="connsiteX6" fmla="*/ 0 w 713024"/>
                  <a:gd name="connsiteY6" fmla="*/ 277692 h 555383"/>
                  <a:gd name="connsiteX0" fmla="*/ 0 w 713024"/>
                  <a:gd name="connsiteY0" fmla="*/ 277692 h 555383"/>
                  <a:gd name="connsiteX1" fmla="*/ 138846 w 713024"/>
                  <a:gd name="connsiteY1" fmla="*/ 0 h 555383"/>
                  <a:gd name="connsiteX2" fmla="*/ 574178 w 713024"/>
                  <a:gd name="connsiteY2" fmla="*/ 0 h 555383"/>
                  <a:gd name="connsiteX3" fmla="*/ 713024 w 713024"/>
                  <a:gd name="connsiteY3" fmla="*/ 277692 h 555383"/>
                  <a:gd name="connsiteX4" fmla="*/ 574178 w 713024"/>
                  <a:gd name="connsiteY4" fmla="*/ 555383 h 555383"/>
                  <a:gd name="connsiteX5" fmla="*/ 231715 w 713024"/>
                  <a:gd name="connsiteY5" fmla="*/ 555383 h 555383"/>
                  <a:gd name="connsiteX6" fmla="*/ 0 w 713024"/>
                  <a:gd name="connsiteY6" fmla="*/ 277692 h 555383"/>
                  <a:gd name="connsiteX0" fmla="*/ 0 w 713024"/>
                  <a:gd name="connsiteY0" fmla="*/ 277692 h 555383"/>
                  <a:gd name="connsiteX1" fmla="*/ 138846 w 713024"/>
                  <a:gd name="connsiteY1" fmla="*/ 0 h 555383"/>
                  <a:gd name="connsiteX2" fmla="*/ 574178 w 713024"/>
                  <a:gd name="connsiteY2" fmla="*/ 0 h 555383"/>
                  <a:gd name="connsiteX3" fmla="*/ 713024 w 713024"/>
                  <a:gd name="connsiteY3" fmla="*/ 277692 h 555383"/>
                  <a:gd name="connsiteX4" fmla="*/ 490834 w 713024"/>
                  <a:gd name="connsiteY4" fmla="*/ 553001 h 555383"/>
                  <a:gd name="connsiteX5" fmla="*/ 231715 w 713024"/>
                  <a:gd name="connsiteY5" fmla="*/ 555383 h 555383"/>
                  <a:gd name="connsiteX6" fmla="*/ 0 w 713024"/>
                  <a:gd name="connsiteY6" fmla="*/ 277692 h 555383"/>
                  <a:gd name="connsiteX0" fmla="*/ 0 w 713024"/>
                  <a:gd name="connsiteY0" fmla="*/ 277692 h 555383"/>
                  <a:gd name="connsiteX1" fmla="*/ 217427 w 713024"/>
                  <a:gd name="connsiteY1" fmla="*/ 0 h 555383"/>
                  <a:gd name="connsiteX2" fmla="*/ 574178 w 713024"/>
                  <a:gd name="connsiteY2" fmla="*/ 0 h 555383"/>
                  <a:gd name="connsiteX3" fmla="*/ 713024 w 713024"/>
                  <a:gd name="connsiteY3" fmla="*/ 277692 h 555383"/>
                  <a:gd name="connsiteX4" fmla="*/ 490834 w 713024"/>
                  <a:gd name="connsiteY4" fmla="*/ 553001 h 555383"/>
                  <a:gd name="connsiteX5" fmla="*/ 231715 w 713024"/>
                  <a:gd name="connsiteY5" fmla="*/ 555383 h 555383"/>
                  <a:gd name="connsiteX6" fmla="*/ 0 w 713024"/>
                  <a:gd name="connsiteY6" fmla="*/ 277692 h 555383"/>
                  <a:gd name="connsiteX0" fmla="*/ 0 w 713024"/>
                  <a:gd name="connsiteY0" fmla="*/ 277692 h 555383"/>
                  <a:gd name="connsiteX1" fmla="*/ 217427 w 713024"/>
                  <a:gd name="connsiteY1" fmla="*/ 0 h 555383"/>
                  <a:gd name="connsiteX2" fmla="*/ 478928 w 713024"/>
                  <a:gd name="connsiteY2" fmla="*/ 7144 h 555383"/>
                  <a:gd name="connsiteX3" fmla="*/ 713024 w 713024"/>
                  <a:gd name="connsiteY3" fmla="*/ 277692 h 555383"/>
                  <a:gd name="connsiteX4" fmla="*/ 490834 w 713024"/>
                  <a:gd name="connsiteY4" fmla="*/ 553001 h 555383"/>
                  <a:gd name="connsiteX5" fmla="*/ 231715 w 713024"/>
                  <a:gd name="connsiteY5" fmla="*/ 555383 h 555383"/>
                  <a:gd name="connsiteX6" fmla="*/ 0 w 713024"/>
                  <a:gd name="connsiteY6" fmla="*/ 277692 h 555383"/>
                  <a:gd name="connsiteX0" fmla="*/ 0 w 713024"/>
                  <a:gd name="connsiteY0" fmla="*/ 277692 h 555383"/>
                  <a:gd name="connsiteX1" fmla="*/ 217427 w 713024"/>
                  <a:gd name="connsiteY1" fmla="*/ 0 h 555383"/>
                  <a:gd name="connsiteX2" fmla="*/ 486072 w 713024"/>
                  <a:gd name="connsiteY2" fmla="*/ 0 h 555383"/>
                  <a:gd name="connsiteX3" fmla="*/ 713024 w 713024"/>
                  <a:gd name="connsiteY3" fmla="*/ 277692 h 555383"/>
                  <a:gd name="connsiteX4" fmla="*/ 490834 w 713024"/>
                  <a:gd name="connsiteY4" fmla="*/ 553001 h 555383"/>
                  <a:gd name="connsiteX5" fmla="*/ 231715 w 713024"/>
                  <a:gd name="connsiteY5" fmla="*/ 555383 h 555383"/>
                  <a:gd name="connsiteX6" fmla="*/ 0 w 713024"/>
                  <a:gd name="connsiteY6" fmla="*/ 277692 h 555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3024" h="555383">
                    <a:moveTo>
                      <a:pt x="0" y="277692"/>
                    </a:moveTo>
                    <a:lnTo>
                      <a:pt x="217427" y="0"/>
                    </a:lnTo>
                    <a:lnTo>
                      <a:pt x="486072" y="0"/>
                    </a:lnTo>
                    <a:lnTo>
                      <a:pt x="713024" y="277692"/>
                    </a:lnTo>
                    <a:lnTo>
                      <a:pt x="490834" y="553001"/>
                    </a:lnTo>
                    <a:lnTo>
                      <a:pt x="231715" y="555383"/>
                    </a:lnTo>
                    <a:lnTo>
                      <a:pt x="0" y="277692"/>
                    </a:lnTo>
                    <a:close/>
                  </a:path>
                </a:pathLst>
              </a:custGeom>
              <a:blipFill dpi="0" rotWithShape="1">
                <a:blip r:embed="rId2"/>
                <a:srcRect/>
                <a:tile tx="0" ty="0" sx="1000" sy="9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ea typeface="+mj-ea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B02EB5C-4BBD-471F-B760-0199148DE77A}"/>
                  </a:ext>
                </a:extLst>
              </p:cNvPr>
              <p:cNvSpPr/>
              <p:nvPr/>
            </p:nvSpPr>
            <p:spPr>
              <a:xfrm>
                <a:off x="6270232" y="2798936"/>
                <a:ext cx="197403" cy="108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ea typeface="+mj-ea"/>
                </a:endParaRPr>
              </a:p>
            </p:txBody>
          </p:sp>
        </p:grpSp>
      </p:grpSp>
      <p:sp>
        <p:nvSpPr>
          <p:cNvPr id="24" name="Rectangle 56">
            <a:extLst>
              <a:ext uri="{FF2B5EF4-FFF2-40B4-BE49-F238E27FC236}">
                <a16:creationId xmlns:a16="http://schemas.microsoft.com/office/drawing/2014/main" id="{E198698F-2F5E-4218-9AAA-F4565A3CF802}"/>
              </a:ext>
            </a:extLst>
          </p:cNvPr>
          <p:cNvSpPr/>
          <p:nvPr/>
        </p:nvSpPr>
        <p:spPr>
          <a:xfrm rot="10800000">
            <a:off x="5301793" y="3099058"/>
            <a:ext cx="2484002" cy="2984042"/>
          </a:xfrm>
          <a:custGeom>
            <a:avLst/>
            <a:gdLst/>
            <a:ahLst/>
            <a:cxnLst/>
            <a:rect l="l" t="t" r="r" b="b"/>
            <a:pathLst>
              <a:path w="2484001" h="2984041">
                <a:moveTo>
                  <a:pt x="198155" y="398133"/>
                </a:moveTo>
                <a:cubicBezTo>
                  <a:pt x="251227" y="398133"/>
                  <a:pt x="294251" y="355109"/>
                  <a:pt x="294251" y="302037"/>
                </a:cubicBezTo>
                <a:cubicBezTo>
                  <a:pt x="294251" y="248965"/>
                  <a:pt x="251227" y="205941"/>
                  <a:pt x="198155" y="205941"/>
                </a:cubicBezTo>
                <a:cubicBezTo>
                  <a:pt x="145083" y="205941"/>
                  <a:pt x="102059" y="248965"/>
                  <a:pt x="102059" y="302037"/>
                </a:cubicBezTo>
                <a:cubicBezTo>
                  <a:pt x="102059" y="355109"/>
                  <a:pt x="145083" y="398133"/>
                  <a:pt x="198155" y="398133"/>
                </a:cubicBezTo>
                <a:close/>
                <a:moveTo>
                  <a:pt x="198155" y="816128"/>
                </a:moveTo>
                <a:cubicBezTo>
                  <a:pt x="251227" y="816128"/>
                  <a:pt x="294251" y="773104"/>
                  <a:pt x="294251" y="720032"/>
                </a:cubicBezTo>
                <a:cubicBezTo>
                  <a:pt x="294251" y="666960"/>
                  <a:pt x="251227" y="623936"/>
                  <a:pt x="198155" y="623936"/>
                </a:cubicBezTo>
                <a:cubicBezTo>
                  <a:pt x="145083" y="623936"/>
                  <a:pt x="102059" y="666960"/>
                  <a:pt x="102059" y="720032"/>
                </a:cubicBezTo>
                <a:cubicBezTo>
                  <a:pt x="102059" y="773104"/>
                  <a:pt x="145083" y="816128"/>
                  <a:pt x="198155" y="816128"/>
                </a:cubicBezTo>
                <a:close/>
                <a:moveTo>
                  <a:pt x="198155" y="1234123"/>
                </a:moveTo>
                <a:cubicBezTo>
                  <a:pt x="251227" y="1234123"/>
                  <a:pt x="294251" y="1191099"/>
                  <a:pt x="294251" y="1138027"/>
                </a:cubicBezTo>
                <a:cubicBezTo>
                  <a:pt x="294251" y="1084955"/>
                  <a:pt x="251227" y="1041931"/>
                  <a:pt x="198155" y="1041931"/>
                </a:cubicBezTo>
                <a:cubicBezTo>
                  <a:pt x="145083" y="1041931"/>
                  <a:pt x="102059" y="1084955"/>
                  <a:pt x="102059" y="1138027"/>
                </a:cubicBezTo>
                <a:cubicBezTo>
                  <a:pt x="102059" y="1191099"/>
                  <a:pt x="145083" y="1234123"/>
                  <a:pt x="198155" y="1234123"/>
                </a:cubicBezTo>
                <a:close/>
                <a:moveTo>
                  <a:pt x="198155" y="1652118"/>
                </a:moveTo>
                <a:cubicBezTo>
                  <a:pt x="251227" y="1652118"/>
                  <a:pt x="294251" y="1609094"/>
                  <a:pt x="294251" y="1556022"/>
                </a:cubicBezTo>
                <a:cubicBezTo>
                  <a:pt x="294251" y="1502950"/>
                  <a:pt x="251227" y="1459926"/>
                  <a:pt x="198155" y="1459926"/>
                </a:cubicBezTo>
                <a:cubicBezTo>
                  <a:pt x="145083" y="1459926"/>
                  <a:pt x="102059" y="1502950"/>
                  <a:pt x="102059" y="1556022"/>
                </a:cubicBezTo>
                <a:cubicBezTo>
                  <a:pt x="102059" y="1609094"/>
                  <a:pt x="145083" y="1652118"/>
                  <a:pt x="198155" y="1652118"/>
                </a:cubicBezTo>
                <a:close/>
                <a:moveTo>
                  <a:pt x="198155" y="2070113"/>
                </a:moveTo>
                <a:cubicBezTo>
                  <a:pt x="251227" y="2070113"/>
                  <a:pt x="294251" y="2027089"/>
                  <a:pt x="294251" y="1974017"/>
                </a:cubicBezTo>
                <a:cubicBezTo>
                  <a:pt x="294251" y="1920945"/>
                  <a:pt x="251227" y="1877921"/>
                  <a:pt x="198155" y="1877921"/>
                </a:cubicBezTo>
                <a:cubicBezTo>
                  <a:pt x="145083" y="1877921"/>
                  <a:pt x="102059" y="1920945"/>
                  <a:pt x="102059" y="1974017"/>
                </a:cubicBezTo>
                <a:cubicBezTo>
                  <a:pt x="102059" y="2027089"/>
                  <a:pt x="145083" y="2070113"/>
                  <a:pt x="198155" y="2070113"/>
                </a:cubicBezTo>
                <a:close/>
                <a:moveTo>
                  <a:pt x="198155" y="2488108"/>
                </a:moveTo>
                <a:cubicBezTo>
                  <a:pt x="251227" y="2488108"/>
                  <a:pt x="294251" y="2445084"/>
                  <a:pt x="294251" y="2392012"/>
                </a:cubicBezTo>
                <a:cubicBezTo>
                  <a:pt x="294251" y="2338940"/>
                  <a:pt x="251227" y="2295916"/>
                  <a:pt x="198155" y="2295916"/>
                </a:cubicBezTo>
                <a:cubicBezTo>
                  <a:pt x="145083" y="2295916"/>
                  <a:pt x="102059" y="2338940"/>
                  <a:pt x="102059" y="2392012"/>
                </a:cubicBezTo>
                <a:cubicBezTo>
                  <a:pt x="102059" y="2445084"/>
                  <a:pt x="145083" y="2488108"/>
                  <a:pt x="198155" y="2488108"/>
                </a:cubicBezTo>
                <a:close/>
                <a:moveTo>
                  <a:pt x="0" y="2984041"/>
                </a:moveTo>
                <a:lnTo>
                  <a:pt x="0" y="0"/>
                </a:lnTo>
                <a:lnTo>
                  <a:pt x="2484001" y="0"/>
                </a:lnTo>
                <a:lnTo>
                  <a:pt x="2484001" y="5000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26" name="Rectangle 56">
            <a:extLst>
              <a:ext uri="{FF2B5EF4-FFF2-40B4-BE49-F238E27FC236}">
                <a16:creationId xmlns:a16="http://schemas.microsoft.com/office/drawing/2014/main" id="{76A7CCD9-F665-4CA4-96D5-4784A9893C65}"/>
              </a:ext>
            </a:extLst>
          </p:cNvPr>
          <p:cNvSpPr/>
          <p:nvPr/>
        </p:nvSpPr>
        <p:spPr>
          <a:xfrm rot="10800000">
            <a:off x="5493946" y="3829236"/>
            <a:ext cx="1768867" cy="2124949"/>
          </a:xfrm>
          <a:custGeom>
            <a:avLst/>
            <a:gdLst/>
            <a:ahLst/>
            <a:cxnLst/>
            <a:rect l="l" t="t" r="r" b="b"/>
            <a:pathLst>
              <a:path w="2484001" h="2984041">
                <a:moveTo>
                  <a:pt x="0" y="0"/>
                </a:moveTo>
                <a:lnTo>
                  <a:pt x="2484001" y="0"/>
                </a:lnTo>
                <a:lnTo>
                  <a:pt x="2484001" y="500040"/>
                </a:lnTo>
                <a:lnTo>
                  <a:pt x="0" y="29840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27" name="Rectangle 56">
            <a:extLst>
              <a:ext uri="{FF2B5EF4-FFF2-40B4-BE49-F238E27FC236}">
                <a16:creationId xmlns:a16="http://schemas.microsoft.com/office/drawing/2014/main" id="{43817861-7C95-4913-9E0A-9FF3855BA999}"/>
              </a:ext>
            </a:extLst>
          </p:cNvPr>
          <p:cNvSpPr/>
          <p:nvPr/>
        </p:nvSpPr>
        <p:spPr>
          <a:xfrm rot="10800000">
            <a:off x="5491483" y="3846854"/>
            <a:ext cx="1768867" cy="2124949"/>
          </a:xfrm>
          <a:custGeom>
            <a:avLst/>
            <a:gdLst/>
            <a:ahLst/>
            <a:cxnLst/>
            <a:rect l="l" t="t" r="r" b="b"/>
            <a:pathLst>
              <a:path w="2484001" h="2984041">
                <a:moveTo>
                  <a:pt x="0" y="0"/>
                </a:moveTo>
                <a:lnTo>
                  <a:pt x="2484001" y="0"/>
                </a:lnTo>
                <a:lnTo>
                  <a:pt x="2484001" y="500040"/>
                </a:lnTo>
                <a:lnTo>
                  <a:pt x="0" y="29840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5EF796-3C98-4158-9FD1-10DA8206AC23}"/>
              </a:ext>
            </a:extLst>
          </p:cNvPr>
          <p:cNvSpPr txBox="1"/>
          <p:nvPr/>
        </p:nvSpPr>
        <p:spPr>
          <a:xfrm>
            <a:off x="323529" y="2280539"/>
            <a:ext cx="36530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5"/>
                </a:solidFill>
                <a:cs typeface="Arial" pitchFamily="34" charset="0"/>
              </a:rPr>
              <a:t>Record all your </a:t>
            </a:r>
            <a:r>
              <a:rPr lang="en-US" altLang="ko-KR" sz="2000" b="1" dirty="0">
                <a:solidFill>
                  <a:schemeClr val="accent2"/>
                </a:solidFill>
                <a:ea typeface="+mj-ea"/>
                <a:cs typeface="Arial" pitchFamily="34" charset="0"/>
              </a:rPr>
              <a:t>incomes including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Fees collection 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Grants 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Donations 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None fees collections like uniforms, meals, school requirements, transport etc. 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2000" b="1" dirty="0">
                <a:solidFill>
                  <a:schemeClr val="accent2"/>
                </a:solidFill>
                <a:ea typeface="+mj-ea"/>
                <a:cs typeface="Arial" pitchFamily="34" charset="0"/>
              </a:rPr>
              <a:t> </a:t>
            </a:r>
            <a:endParaRPr lang="ko-KR" altLang="en-US" sz="2000" b="1" dirty="0">
              <a:solidFill>
                <a:schemeClr val="accent2"/>
              </a:solidFill>
              <a:ea typeface="+mj-ea"/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9D0144-0315-4520-BF00-30C9838479BB}"/>
              </a:ext>
            </a:extLst>
          </p:cNvPr>
          <p:cNvSpPr txBox="1"/>
          <p:nvPr/>
        </p:nvSpPr>
        <p:spPr>
          <a:xfrm>
            <a:off x="8171443" y="2745692"/>
            <a:ext cx="309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4"/>
                </a:solidFill>
                <a:ea typeface="+mj-ea"/>
                <a:cs typeface="Arial" pitchFamily="34" charset="0"/>
              </a:rPr>
              <a:t>Record all your expenditures including: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Salary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Capital infrastructure development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Food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Accommodation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Allowances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Rent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ea typeface="+mj-ea"/>
                <a:cs typeface="Arial" pitchFamily="34" charset="0"/>
              </a:rPr>
              <a:t>Fuel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4"/>
                </a:solidFill>
                <a:ea typeface="+mj-ea"/>
                <a:cs typeface="Arial" pitchFamily="34" charset="0"/>
              </a:rPr>
              <a:t>Taxes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4"/>
                </a:solidFill>
                <a:ea typeface="+mj-ea"/>
                <a:cs typeface="Arial" pitchFamily="34" charset="0"/>
              </a:rPr>
              <a:t>NSSF etc. </a:t>
            </a:r>
          </a:p>
          <a:p>
            <a:endParaRPr lang="en-US" altLang="ko-KR" sz="2000" b="1" dirty="0">
              <a:solidFill>
                <a:schemeClr val="accent4"/>
              </a:solidFill>
              <a:ea typeface="+mj-ea"/>
              <a:cs typeface="Arial" pitchFamily="34" charset="0"/>
            </a:endParaRPr>
          </a:p>
          <a:p>
            <a:endParaRPr lang="ko-KR" altLang="en-US" sz="2000" b="1" dirty="0">
              <a:solidFill>
                <a:schemeClr val="accent4"/>
              </a:solidFill>
              <a:ea typeface="+mj-ea"/>
              <a:cs typeface="Arial" pitchFamily="34" charset="0"/>
            </a:endParaRPr>
          </a:p>
        </p:txBody>
      </p:sp>
      <p:sp>
        <p:nvSpPr>
          <p:cNvPr id="25" name="Rectangle 56">
            <a:extLst>
              <a:ext uri="{FF2B5EF4-FFF2-40B4-BE49-F238E27FC236}">
                <a16:creationId xmlns:a16="http://schemas.microsoft.com/office/drawing/2014/main" id="{58B90DE3-6B76-409F-9B38-75B75D4B4136}"/>
              </a:ext>
            </a:extLst>
          </p:cNvPr>
          <p:cNvSpPr/>
          <p:nvPr/>
        </p:nvSpPr>
        <p:spPr>
          <a:xfrm>
            <a:off x="4825092" y="1899552"/>
            <a:ext cx="1838581" cy="2359781"/>
          </a:xfrm>
          <a:custGeom>
            <a:avLst/>
            <a:gdLst/>
            <a:ahLst/>
            <a:cxnLst/>
            <a:rect l="l" t="t" r="r" b="b"/>
            <a:pathLst>
              <a:path w="2484001" h="3216063">
                <a:moveTo>
                  <a:pt x="0" y="0"/>
                </a:moveTo>
                <a:lnTo>
                  <a:pt x="2484001" y="0"/>
                </a:lnTo>
                <a:lnTo>
                  <a:pt x="2484001" y="232022"/>
                </a:lnTo>
                <a:lnTo>
                  <a:pt x="2484001" y="500040"/>
                </a:lnTo>
                <a:lnTo>
                  <a:pt x="2484001" y="732062"/>
                </a:lnTo>
                <a:lnTo>
                  <a:pt x="0" y="3216063"/>
                </a:lnTo>
                <a:lnTo>
                  <a:pt x="0" y="2984041"/>
                </a:lnTo>
                <a:lnTo>
                  <a:pt x="0" y="2320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1" dirty="0">
                <a:ea typeface="+mj-ea"/>
              </a:rPr>
              <a:t>v</a:t>
            </a:r>
            <a:endParaRPr lang="ko-KR" altLang="en-US" sz="2701" dirty="0">
              <a:ea typeface="+mj-ea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555" y="1909153"/>
            <a:ext cx="1201173" cy="117645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223" y="4945072"/>
            <a:ext cx="1103196" cy="10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F898F-A750-4CBB-B4F8-CC4FC3D9B20B}"/>
              </a:ext>
            </a:extLst>
          </p:cNvPr>
          <p:cNvSpPr txBox="1"/>
          <p:nvPr/>
        </p:nvSpPr>
        <p:spPr>
          <a:xfrm>
            <a:off x="427016" y="370119"/>
            <a:ext cx="4262665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  <a:cs typeface="Arial" pitchFamily="34" charset="0"/>
              </a:rPr>
              <a:t>Invest the excess money you do not need apparently through </a:t>
            </a:r>
            <a:endParaRPr lang="ko-KR" altLang="en-US" sz="2800" dirty="0">
              <a:solidFill>
                <a:srgbClr val="FF0000"/>
              </a:solidFill>
              <a:cs typeface="Arial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3C6C5C-2BE5-40A3-8BC5-05E942C8A961}"/>
              </a:ext>
            </a:extLst>
          </p:cNvPr>
          <p:cNvGrpSpPr/>
          <p:nvPr/>
        </p:nvGrpSpPr>
        <p:grpSpPr>
          <a:xfrm>
            <a:off x="530748" y="1915585"/>
            <a:ext cx="4286751" cy="809397"/>
            <a:chOff x="732965" y="4626666"/>
            <a:chExt cx="4286751" cy="8093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11B272-32EB-450C-B0B9-360F89FDC5B7}"/>
                </a:ext>
              </a:extLst>
            </p:cNvPr>
            <p:cNvSpPr txBox="1"/>
            <p:nvPr/>
          </p:nvSpPr>
          <p:spPr>
            <a:xfrm>
              <a:off x="732965" y="4626666"/>
              <a:ext cx="4286751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Buying Securities and / or Bonds </a:t>
              </a:r>
              <a:endPara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40B72D6-3F77-40A5-816D-F398496A92E6}"/>
                </a:ext>
              </a:extLst>
            </p:cNvPr>
            <p:cNvGrpSpPr/>
            <p:nvPr/>
          </p:nvGrpSpPr>
          <p:grpSpPr>
            <a:xfrm>
              <a:off x="817806" y="5057724"/>
              <a:ext cx="2987810" cy="288032"/>
              <a:chOff x="11279811" y="3925804"/>
              <a:chExt cx="2987810" cy="288032"/>
            </a:xfrm>
            <a:solidFill>
              <a:schemeClr val="bg1"/>
            </a:solidFill>
          </p:grpSpPr>
          <p:sp>
            <p:nvSpPr>
              <p:cNvPr id="9" name="순서도: 처리 250">
                <a:extLst>
                  <a:ext uri="{FF2B5EF4-FFF2-40B4-BE49-F238E27FC236}">
                    <a16:creationId xmlns:a16="http://schemas.microsoft.com/office/drawing/2014/main" id="{F0703F0E-9BFF-422F-A452-0A9B6DD2FF48}"/>
                  </a:ext>
                </a:extLst>
              </p:cNvPr>
              <p:cNvSpPr/>
              <p:nvPr/>
            </p:nvSpPr>
            <p:spPr>
              <a:xfrm>
                <a:off x="11279811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" name="순서도: 처리 251">
                <a:extLst>
                  <a:ext uri="{FF2B5EF4-FFF2-40B4-BE49-F238E27FC236}">
                    <a16:creationId xmlns:a16="http://schemas.microsoft.com/office/drawing/2014/main" id="{6CB9EF1D-05C4-4951-8867-690FE13A7128}"/>
                  </a:ext>
                </a:extLst>
              </p:cNvPr>
              <p:cNvSpPr/>
              <p:nvPr/>
            </p:nvSpPr>
            <p:spPr>
              <a:xfrm>
                <a:off x="11431380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순서도: 처리 252">
                <a:extLst>
                  <a:ext uri="{FF2B5EF4-FFF2-40B4-BE49-F238E27FC236}">
                    <a16:creationId xmlns:a16="http://schemas.microsoft.com/office/drawing/2014/main" id="{90D9CA7E-6FAB-4BB0-BDA3-8250C0DEB0A9}"/>
                  </a:ext>
                </a:extLst>
              </p:cNvPr>
              <p:cNvSpPr/>
              <p:nvPr/>
            </p:nvSpPr>
            <p:spPr>
              <a:xfrm>
                <a:off x="11582949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" name="순서도: 처리 253">
                <a:extLst>
                  <a:ext uri="{FF2B5EF4-FFF2-40B4-BE49-F238E27FC236}">
                    <a16:creationId xmlns:a16="http://schemas.microsoft.com/office/drawing/2014/main" id="{9E24EEC8-DD9D-40F3-909D-D1D14CA0239A}"/>
                  </a:ext>
                </a:extLst>
              </p:cNvPr>
              <p:cNvSpPr/>
              <p:nvPr/>
            </p:nvSpPr>
            <p:spPr>
              <a:xfrm>
                <a:off x="11734518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" name="순서도: 처리 254">
                <a:extLst>
                  <a:ext uri="{FF2B5EF4-FFF2-40B4-BE49-F238E27FC236}">
                    <a16:creationId xmlns:a16="http://schemas.microsoft.com/office/drawing/2014/main" id="{B912E964-08DD-4466-A317-2FA26ACAA361}"/>
                  </a:ext>
                </a:extLst>
              </p:cNvPr>
              <p:cNvSpPr/>
              <p:nvPr/>
            </p:nvSpPr>
            <p:spPr>
              <a:xfrm>
                <a:off x="11886087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순서도: 처리 255">
                <a:extLst>
                  <a:ext uri="{FF2B5EF4-FFF2-40B4-BE49-F238E27FC236}">
                    <a16:creationId xmlns:a16="http://schemas.microsoft.com/office/drawing/2014/main" id="{0D91F225-7F93-4A09-8EFB-B369B59399B1}"/>
                  </a:ext>
                </a:extLst>
              </p:cNvPr>
              <p:cNvSpPr/>
              <p:nvPr/>
            </p:nvSpPr>
            <p:spPr>
              <a:xfrm>
                <a:off x="12037656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순서도: 처리 256">
                <a:extLst>
                  <a:ext uri="{FF2B5EF4-FFF2-40B4-BE49-F238E27FC236}">
                    <a16:creationId xmlns:a16="http://schemas.microsoft.com/office/drawing/2014/main" id="{BE2A5140-E0F7-4713-ACDE-55DA745EC4BB}"/>
                  </a:ext>
                </a:extLst>
              </p:cNvPr>
              <p:cNvSpPr/>
              <p:nvPr/>
            </p:nvSpPr>
            <p:spPr>
              <a:xfrm>
                <a:off x="12189225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순서도: 처리 257">
                <a:extLst>
                  <a:ext uri="{FF2B5EF4-FFF2-40B4-BE49-F238E27FC236}">
                    <a16:creationId xmlns:a16="http://schemas.microsoft.com/office/drawing/2014/main" id="{4CD0C4A6-8ECC-43CF-9B88-A019D00B61D1}"/>
                  </a:ext>
                </a:extLst>
              </p:cNvPr>
              <p:cNvSpPr/>
              <p:nvPr/>
            </p:nvSpPr>
            <p:spPr>
              <a:xfrm>
                <a:off x="12340794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순서도: 처리 258">
                <a:extLst>
                  <a:ext uri="{FF2B5EF4-FFF2-40B4-BE49-F238E27FC236}">
                    <a16:creationId xmlns:a16="http://schemas.microsoft.com/office/drawing/2014/main" id="{F17EAC72-81DD-4695-A0D0-E350C82F88E9}"/>
                  </a:ext>
                </a:extLst>
              </p:cNvPr>
              <p:cNvSpPr/>
              <p:nvPr/>
            </p:nvSpPr>
            <p:spPr>
              <a:xfrm>
                <a:off x="12492363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8" name="순서도: 처리 259">
                <a:extLst>
                  <a:ext uri="{FF2B5EF4-FFF2-40B4-BE49-F238E27FC236}">
                    <a16:creationId xmlns:a16="http://schemas.microsoft.com/office/drawing/2014/main" id="{F68120FC-3A93-473D-BE2E-ED5097EB7808}"/>
                  </a:ext>
                </a:extLst>
              </p:cNvPr>
              <p:cNvSpPr/>
              <p:nvPr/>
            </p:nvSpPr>
            <p:spPr>
              <a:xfrm>
                <a:off x="12643932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" name="순서도: 처리 260">
                <a:extLst>
                  <a:ext uri="{FF2B5EF4-FFF2-40B4-BE49-F238E27FC236}">
                    <a16:creationId xmlns:a16="http://schemas.microsoft.com/office/drawing/2014/main" id="{E81B01E6-E975-4C5E-8CB2-74A50875FED6}"/>
                  </a:ext>
                </a:extLst>
              </p:cNvPr>
              <p:cNvSpPr/>
              <p:nvPr/>
            </p:nvSpPr>
            <p:spPr>
              <a:xfrm>
                <a:off x="1279550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0" name="순서도: 처리 261">
                <a:extLst>
                  <a:ext uri="{FF2B5EF4-FFF2-40B4-BE49-F238E27FC236}">
                    <a16:creationId xmlns:a16="http://schemas.microsoft.com/office/drawing/2014/main" id="{1B9A0940-434E-48B8-96CC-E9F1EE9829D5}"/>
                  </a:ext>
                </a:extLst>
              </p:cNvPr>
              <p:cNvSpPr/>
              <p:nvPr/>
            </p:nvSpPr>
            <p:spPr>
              <a:xfrm>
                <a:off x="12947070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순서도: 처리 262">
                <a:extLst>
                  <a:ext uri="{FF2B5EF4-FFF2-40B4-BE49-F238E27FC236}">
                    <a16:creationId xmlns:a16="http://schemas.microsoft.com/office/drawing/2014/main" id="{F4C9AD71-8309-470F-91D7-D71976C19119}"/>
                  </a:ext>
                </a:extLst>
              </p:cNvPr>
              <p:cNvSpPr/>
              <p:nvPr/>
            </p:nvSpPr>
            <p:spPr>
              <a:xfrm>
                <a:off x="13098639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순서도: 처리 263">
                <a:extLst>
                  <a:ext uri="{FF2B5EF4-FFF2-40B4-BE49-F238E27FC236}">
                    <a16:creationId xmlns:a16="http://schemas.microsoft.com/office/drawing/2014/main" id="{6306C146-BFE2-493E-884B-1C4C5BA0BDD8}"/>
                  </a:ext>
                </a:extLst>
              </p:cNvPr>
              <p:cNvSpPr/>
              <p:nvPr/>
            </p:nvSpPr>
            <p:spPr>
              <a:xfrm>
                <a:off x="13250208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3" name="순서도: 처리 264">
                <a:extLst>
                  <a:ext uri="{FF2B5EF4-FFF2-40B4-BE49-F238E27FC236}">
                    <a16:creationId xmlns:a16="http://schemas.microsoft.com/office/drawing/2014/main" id="{7EED6C7D-9590-439F-B873-552E7EE997A1}"/>
                  </a:ext>
                </a:extLst>
              </p:cNvPr>
              <p:cNvSpPr/>
              <p:nvPr/>
            </p:nvSpPr>
            <p:spPr>
              <a:xfrm>
                <a:off x="13401777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4" name="순서도: 처리 265">
                <a:extLst>
                  <a:ext uri="{FF2B5EF4-FFF2-40B4-BE49-F238E27FC236}">
                    <a16:creationId xmlns:a16="http://schemas.microsoft.com/office/drawing/2014/main" id="{4BC2167F-CE2D-4DD0-A4F6-3514246683C1}"/>
                  </a:ext>
                </a:extLst>
              </p:cNvPr>
              <p:cNvSpPr/>
              <p:nvPr/>
            </p:nvSpPr>
            <p:spPr>
              <a:xfrm>
                <a:off x="13553346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5" name="순서도: 처리 266">
                <a:extLst>
                  <a:ext uri="{FF2B5EF4-FFF2-40B4-BE49-F238E27FC236}">
                    <a16:creationId xmlns:a16="http://schemas.microsoft.com/office/drawing/2014/main" id="{5BF1A908-3802-4D87-8E1F-7ACF30001B3A}"/>
                  </a:ext>
                </a:extLst>
              </p:cNvPr>
              <p:cNvSpPr/>
              <p:nvPr/>
            </p:nvSpPr>
            <p:spPr>
              <a:xfrm>
                <a:off x="13704915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6" name="순서도: 처리 267">
                <a:extLst>
                  <a:ext uri="{FF2B5EF4-FFF2-40B4-BE49-F238E27FC236}">
                    <a16:creationId xmlns:a16="http://schemas.microsoft.com/office/drawing/2014/main" id="{AC956442-9B1E-4DBB-8A0A-DF3D1975EC50}"/>
                  </a:ext>
                </a:extLst>
              </p:cNvPr>
              <p:cNvSpPr/>
              <p:nvPr/>
            </p:nvSpPr>
            <p:spPr>
              <a:xfrm>
                <a:off x="13856484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7" name="순서도: 처리 268">
                <a:extLst>
                  <a:ext uri="{FF2B5EF4-FFF2-40B4-BE49-F238E27FC236}">
                    <a16:creationId xmlns:a16="http://schemas.microsoft.com/office/drawing/2014/main" id="{5E82C0EF-024D-40C2-9C14-D83BCD60E330}"/>
                  </a:ext>
                </a:extLst>
              </p:cNvPr>
              <p:cNvSpPr/>
              <p:nvPr/>
            </p:nvSpPr>
            <p:spPr>
              <a:xfrm>
                <a:off x="14008053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8" name="순서도: 처리 269">
                <a:extLst>
                  <a:ext uri="{FF2B5EF4-FFF2-40B4-BE49-F238E27FC236}">
                    <a16:creationId xmlns:a16="http://schemas.microsoft.com/office/drawing/2014/main" id="{85D50CF5-3006-4EB0-9498-4C32616495AA}"/>
                  </a:ext>
                </a:extLst>
              </p:cNvPr>
              <p:cNvSpPr/>
              <p:nvPr/>
            </p:nvSpPr>
            <p:spPr>
              <a:xfrm>
                <a:off x="1415962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553234-4B7D-48F8-A62F-B74F3E808D19}"/>
                </a:ext>
              </a:extLst>
            </p:cNvPr>
            <p:cNvSpPr txBox="1"/>
            <p:nvPr/>
          </p:nvSpPr>
          <p:spPr>
            <a:xfrm>
              <a:off x="3878079" y="4974398"/>
              <a:ext cx="732893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50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%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5A074A8-93AC-43CC-84C1-1836664A03C7}"/>
              </a:ext>
            </a:extLst>
          </p:cNvPr>
          <p:cNvGrpSpPr/>
          <p:nvPr/>
        </p:nvGrpSpPr>
        <p:grpSpPr>
          <a:xfrm>
            <a:off x="508013" y="3586636"/>
            <a:ext cx="3878007" cy="809397"/>
            <a:chOff x="732965" y="4626666"/>
            <a:chExt cx="3878007" cy="80939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139BC78-7661-422D-98F3-4D973493E73F}"/>
                </a:ext>
              </a:extLst>
            </p:cNvPr>
            <p:cNvSpPr txBox="1"/>
            <p:nvPr/>
          </p:nvSpPr>
          <p:spPr>
            <a:xfrm>
              <a:off x="732965" y="4626666"/>
              <a:ext cx="1425390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Buy Land </a:t>
              </a:r>
              <a:endPara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13DA932-5706-4D39-B262-1940672CBD2C}"/>
                </a:ext>
              </a:extLst>
            </p:cNvPr>
            <p:cNvGrpSpPr/>
            <p:nvPr/>
          </p:nvGrpSpPr>
          <p:grpSpPr>
            <a:xfrm>
              <a:off x="817806" y="5057724"/>
              <a:ext cx="2987810" cy="288032"/>
              <a:chOff x="11279811" y="3925804"/>
              <a:chExt cx="2987810" cy="288032"/>
            </a:xfrm>
            <a:solidFill>
              <a:schemeClr val="bg1"/>
            </a:solidFill>
          </p:grpSpPr>
          <p:sp>
            <p:nvSpPr>
              <p:cNvPr id="63" name="순서도: 처리 250">
                <a:extLst>
                  <a:ext uri="{FF2B5EF4-FFF2-40B4-BE49-F238E27FC236}">
                    <a16:creationId xmlns:a16="http://schemas.microsoft.com/office/drawing/2014/main" id="{CEF0FC60-2A92-49EB-97A5-77DE53263C02}"/>
                  </a:ext>
                </a:extLst>
              </p:cNvPr>
              <p:cNvSpPr/>
              <p:nvPr/>
            </p:nvSpPr>
            <p:spPr>
              <a:xfrm>
                <a:off x="11279811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4" name="순서도: 처리 251">
                <a:extLst>
                  <a:ext uri="{FF2B5EF4-FFF2-40B4-BE49-F238E27FC236}">
                    <a16:creationId xmlns:a16="http://schemas.microsoft.com/office/drawing/2014/main" id="{243D2C2B-5F5B-426C-8D90-4C4C1B6A3F80}"/>
                  </a:ext>
                </a:extLst>
              </p:cNvPr>
              <p:cNvSpPr/>
              <p:nvPr/>
            </p:nvSpPr>
            <p:spPr>
              <a:xfrm>
                <a:off x="11431380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5" name="순서도: 처리 252">
                <a:extLst>
                  <a:ext uri="{FF2B5EF4-FFF2-40B4-BE49-F238E27FC236}">
                    <a16:creationId xmlns:a16="http://schemas.microsoft.com/office/drawing/2014/main" id="{320E0BAF-B3CD-4AE6-A306-87D47ECCF58A}"/>
                  </a:ext>
                </a:extLst>
              </p:cNvPr>
              <p:cNvSpPr/>
              <p:nvPr/>
            </p:nvSpPr>
            <p:spPr>
              <a:xfrm>
                <a:off x="11582949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6" name="순서도: 처리 253">
                <a:extLst>
                  <a:ext uri="{FF2B5EF4-FFF2-40B4-BE49-F238E27FC236}">
                    <a16:creationId xmlns:a16="http://schemas.microsoft.com/office/drawing/2014/main" id="{3E6FA735-5295-48E0-89E6-D66283599A5B}"/>
                  </a:ext>
                </a:extLst>
              </p:cNvPr>
              <p:cNvSpPr/>
              <p:nvPr/>
            </p:nvSpPr>
            <p:spPr>
              <a:xfrm>
                <a:off x="11734518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7" name="순서도: 처리 254">
                <a:extLst>
                  <a:ext uri="{FF2B5EF4-FFF2-40B4-BE49-F238E27FC236}">
                    <a16:creationId xmlns:a16="http://schemas.microsoft.com/office/drawing/2014/main" id="{6C3CA3DB-B6F1-456B-8A8B-67619FF2C706}"/>
                  </a:ext>
                </a:extLst>
              </p:cNvPr>
              <p:cNvSpPr/>
              <p:nvPr/>
            </p:nvSpPr>
            <p:spPr>
              <a:xfrm>
                <a:off x="11886087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8" name="순서도: 처리 255">
                <a:extLst>
                  <a:ext uri="{FF2B5EF4-FFF2-40B4-BE49-F238E27FC236}">
                    <a16:creationId xmlns:a16="http://schemas.microsoft.com/office/drawing/2014/main" id="{447077C5-382E-4B27-9BBC-987DBF675A91}"/>
                  </a:ext>
                </a:extLst>
              </p:cNvPr>
              <p:cNvSpPr/>
              <p:nvPr/>
            </p:nvSpPr>
            <p:spPr>
              <a:xfrm>
                <a:off x="12037656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9" name="순서도: 처리 256">
                <a:extLst>
                  <a:ext uri="{FF2B5EF4-FFF2-40B4-BE49-F238E27FC236}">
                    <a16:creationId xmlns:a16="http://schemas.microsoft.com/office/drawing/2014/main" id="{9D31455E-F2A3-41FE-963B-12E2A7CC3483}"/>
                  </a:ext>
                </a:extLst>
              </p:cNvPr>
              <p:cNvSpPr/>
              <p:nvPr/>
            </p:nvSpPr>
            <p:spPr>
              <a:xfrm>
                <a:off x="12189225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0" name="순서도: 처리 257">
                <a:extLst>
                  <a:ext uri="{FF2B5EF4-FFF2-40B4-BE49-F238E27FC236}">
                    <a16:creationId xmlns:a16="http://schemas.microsoft.com/office/drawing/2014/main" id="{351F9C2B-F1C3-49B5-B368-865500E2599A}"/>
                  </a:ext>
                </a:extLst>
              </p:cNvPr>
              <p:cNvSpPr/>
              <p:nvPr/>
            </p:nvSpPr>
            <p:spPr>
              <a:xfrm>
                <a:off x="12340794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1" name="순서도: 처리 258">
                <a:extLst>
                  <a:ext uri="{FF2B5EF4-FFF2-40B4-BE49-F238E27FC236}">
                    <a16:creationId xmlns:a16="http://schemas.microsoft.com/office/drawing/2014/main" id="{1691D0E7-AF24-42B3-BCF7-A069A53A748B}"/>
                  </a:ext>
                </a:extLst>
              </p:cNvPr>
              <p:cNvSpPr/>
              <p:nvPr/>
            </p:nvSpPr>
            <p:spPr>
              <a:xfrm>
                <a:off x="12492363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2" name="순서도: 처리 259">
                <a:extLst>
                  <a:ext uri="{FF2B5EF4-FFF2-40B4-BE49-F238E27FC236}">
                    <a16:creationId xmlns:a16="http://schemas.microsoft.com/office/drawing/2014/main" id="{76454592-9B2F-4465-800F-2937443A9B75}"/>
                  </a:ext>
                </a:extLst>
              </p:cNvPr>
              <p:cNvSpPr/>
              <p:nvPr/>
            </p:nvSpPr>
            <p:spPr>
              <a:xfrm>
                <a:off x="12643932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3" name="순서도: 처리 260">
                <a:extLst>
                  <a:ext uri="{FF2B5EF4-FFF2-40B4-BE49-F238E27FC236}">
                    <a16:creationId xmlns:a16="http://schemas.microsoft.com/office/drawing/2014/main" id="{2E74C873-9406-4DA9-B20C-1EB20DE7E025}"/>
                  </a:ext>
                </a:extLst>
              </p:cNvPr>
              <p:cNvSpPr/>
              <p:nvPr/>
            </p:nvSpPr>
            <p:spPr>
              <a:xfrm>
                <a:off x="1279550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4" name="순서도: 처리 261">
                <a:extLst>
                  <a:ext uri="{FF2B5EF4-FFF2-40B4-BE49-F238E27FC236}">
                    <a16:creationId xmlns:a16="http://schemas.microsoft.com/office/drawing/2014/main" id="{34090F0C-C3E1-447A-A703-6709317CE686}"/>
                  </a:ext>
                </a:extLst>
              </p:cNvPr>
              <p:cNvSpPr/>
              <p:nvPr/>
            </p:nvSpPr>
            <p:spPr>
              <a:xfrm>
                <a:off x="12947070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5" name="순서도: 처리 262">
                <a:extLst>
                  <a:ext uri="{FF2B5EF4-FFF2-40B4-BE49-F238E27FC236}">
                    <a16:creationId xmlns:a16="http://schemas.microsoft.com/office/drawing/2014/main" id="{1BAB6E48-3E3B-4C08-9AC8-E2E538471D6C}"/>
                  </a:ext>
                </a:extLst>
              </p:cNvPr>
              <p:cNvSpPr/>
              <p:nvPr/>
            </p:nvSpPr>
            <p:spPr>
              <a:xfrm>
                <a:off x="13098639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6" name="순서도: 처리 263">
                <a:extLst>
                  <a:ext uri="{FF2B5EF4-FFF2-40B4-BE49-F238E27FC236}">
                    <a16:creationId xmlns:a16="http://schemas.microsoft.com/office/drawing/2014/main" id="{B630A9E4-A752-469D-AB49-CDA98F4A27F8}"/>
                  </a:ext>
                </a:extLst>
              </p:cNvPr>
              <p:cNvSpPr/>
              <p:nvPr/>
            </p:nvSpPr>
            <p:spPr>
              <a:xfrm>
                <a:off x="13250208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7" name="순서도: 처리 264">
                <a:extLst>
                  <a:ext uri="{FF2B5EF4-FFF2-40B4-BE49-F238E27FC236}">
                    <a16:creationId xmlns:a16="http://schemas.microsoft.com/office/drawing/2014/main" id="{070D3EC6-B0DC-446E-89B6-380EDC51D29B}"/>
                  </a:ext>
                </a:extLst>
              </p:cNvPr>
              <p:cNvSpPr/>
              <p:nvPr/>
            </p:nvSpPr>
            <p:spPr>
              <a:xfrm>
                <a:off x="13401777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8" name="순서도: 처리 265">
                <a:extLst>
                  <a:ext uri="{FF2B5EF4-FFF2-40B4-BE49-F238E27FC236}">
                    <a16:creationId xmlns:a16="http://schemas.microsoft.com/office/drawing/2014/main" id="{DF616EC2-3731-458B-878C-F1E8FF8EC24A}"/>
                  </a:ext>
                </a:extLst>
              </p:cNvPr>
              <p:cNvSpPr/>
              <p:nvPr/>
            </p:nvSpPr>
            <p:spPr>
              <a:xfrm>
                <a:off x="13553346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9" name="순서도: 처리 266">
                <a:extLst>
                  <a:ext uri="{FF2B5EF4-FFF2-40B4-BE49-F238E27FC236}">
                    <a16:creationId xmlns:a16="http://schemas.microsoft.com/office/drawing/2014/main" id="{86263943-3B40-41DA-9A5B-514AC5C614E9}"/>
                  </a:ext>
                </a:extLst>
              </p:cNvPr>
              <p:cNvSpPr/>
              <p:nvPr/>
            </p:nvSpPr>
            <p:spPr>
              <a:xfrm>
                <a:off x="13704915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0" name="순서도: 처리 267">
                <a:extLst>
                  <a:ext uri="{FF2B5EF4-FFF2-40B4-BE49-F238E27FC236}">
                    <a16:creationId xmlns:a16="http://schemas.microsoft.com/office/drawing/2014/main" id="{F4D9843F-5DC2-4897-B8D5-AEDE00EDE829}"/>
                  </a:ext>
                </a:extLst>
              </p:cNvPr>
              <p:cNvSpPr/>
              <p:nvPr/>
            </p:nvSpPr>
            <p:spPr>
              <a:xfrm>
                <a:off x="13856484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1" name="순서도: 처리 268">
                <a:extLst>
                  <a:ext uri="{FF2B5EF4-FFF2-40B4-BE49-F238E27FC236}">
                    <a16:creationId xmlns:a16="http://schemas.microsoft.com/office/drawing/2014/main" id="{4DD2DC53-3D04-416C-996A-48BC2AD618CE}"/>
                  </a:ext>
                </a:extLst>
              </p:cNvPr>
              <p:cNvSpPr/>
              <p:nvPr/>
            </p:nvSpPr>
            <p:spPr>
              <a:xfrm>
                <a:off x="14008053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2" name="순서도: 처리 269">
                <a:extLst>
                  <a:ext uri="{FF2B5EF4-FFF2-40B4-BE49-F238E27FC236}">
                    <a16:creationId xmlns:a16="http://schemas.microsoft.com/office/drawing/2014/main" id="{2A8AD488-3985-41CF-94E1-A842719697E1}"/>
                  </a:ext>
                </a:extLst>
              </p:cNvPr>
              <p:cNvSpPr/>
              <p:nvPr/>
            </p:nvSpPr>
            <p:spPr>
              <a:xfrm>
                <a:off x="1415962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3C65D53-81D9-4123-8294-34079C09A6CE}"/>
                </a:ext>
              </a:extLst>
            </p:cNvPr>
            <p:cNvSpPr txBox="1"/>
            <p:nvPr/>
          </p:nvSpPr>
          <p:spPr>
            <a:xfrm>
              <a:off x="3878079" y="4974398"/>
              <a:ext cx="732893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35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%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2C674D79-573D-43F8-8D9A-862B1784B6DD}"/>
              </a:ext>
            </a:extLst>
          </p:cNvPr>
          <p:cNvSpPr txBox="1"/>
          <p:nvPr/>
        </p:nvSpPr>
        <p:spPr>
          <a:xfrm>
            <a:off x="8752357" y="88927"/>
            <a:ext cx="3433328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Invest the Excess Money at your disposal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5A074A8-93AC-43CC-84C1-1836664A03C7}"/>
              </a:ext>
            </a:extLst>
          </p:cNvPr>
          <p:cNvGrpSpPr/>
          <p:nvPr/>
        </p:nvGrpSpPr>
        <p:grpSpPr>
          <a:xfrm>
            <a:off x="499049" y="2757405"/>
            <a:ext cx="3878007" cy="809397"/>
            <a:chOff x="732965" y="4626666"/>
            <a:chExt cx="3878007" cy="80939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139BC78-7661-422D-98F3-4D973493E73F}"/>
                </a:ext>
              </a:extLst>
            </p:cNvPr>
            <p:cNvSpPr txBox="1"/>
            <p:nvPr/>
          </p:nvSpPr>
          <p:spPr>
            <a:xfrm>
              <a:off x="732965" y="4626666"/>
              <a:ext cx="2776722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Open a fixed account</a:t>
              </a:r>
              <a:endPara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13DA932-5706-4D39-B262-1940672CBD2C}"/>
                </a:ext>
              </a:extLst>
            </p:cNvPr>
            <p:cNvGrpSpPr/>
            <p:nvPr/>
          </p:nvGrpSpPr>
          <p:grpSpPr>
            <a:xfrm>
              <a:off x="817806" y="5057724"/>
              <a:ext cx="2987810" cy="288032"/>
              <a:chOff x="11279811" y="3925804"/>
              <a:chExt cx="2987810" cy="288032"/>
            </a:xfrm>
            <a:solidFill>
              <a:schemeClr val="bg1"/>
            </a:solidFill>
          </p:grpSpPr>
          <p:sp>
            <p:nvSpPr>
              <p:cNvPr id="94" name="순서도: 처리 250">
                <a:extLst>
                  <a:ext uri="{FF2B5EF4-FFF2-40B4-BE49-F238E27FC236}">
                    <a16:creationId xmlns:a16="http://schemas.microsoft.com/office/drawing/2014/main" id="{CEF0FC60-2A92-49EB-97A5-77DE53263C02}"/>
                  </a:ext>
                </a:extLst>
              </p:cNvPr>
              <p:cNvSpPr/>
              <p:nvPr/>
            </p:nvSpPr>
            <p:spPr>
              <a:xfrm>
                <a:off x="11279811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5" name="순서도: 처리 251">
                <a:extLst>
                  <a:ext uri="{FF2B5EF4-FFF2-40B4-BE49-F238E27FC236}">
                    <a16:creationId xmlns:a16="http://schemas.microsoft.com/office/drawing/2014/main" id="{243D2C2B-5F5B-426C-8D90-4C4C1B6A3F80}"/>
                  </a:ext>
                </a:extLst>
              </p:cNvPr>
              <p:cNvSpPr/>
              <p:nvPr/>
            </p:nvSpPr>
            <p:spPr>
              <a:xfrm>
                <a:off x="11431380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6" name="순서도: 처리 252">
                <a:extLst>
                  <a:ext uri="{FF2B5EF4-FFF2-40B4-BE49-F238E27FC236}">
                    <a16:creationId xmlns:a16="http://schemas.microsoft.com/office/drawing/2014/main" id="{320E0BAF-B3CD-4AE6-A306-87D47ECCF58A}"/>
                  </a:ext>
                </a:extLst>
              </p:cNvPr>
              <p:cNvSpPr/>
              <p:nvPr/>
            </p:nvSpPr>
            <p:spPr>
              <a:xfrm>
                <a:off x="11582949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7" name="순서도: 처리 253">
                <a:extLst>
                  <a:ext uri="{FF2B5EF4-FFF2-40B4-BE49-F238E27FC236}">
                    <a16:creationId xmlns:a16="http://schemas.microsoft.com/office/drawing/2014/main" id="{3E6FA735-5295-48E0-89E6-D66283599A5B}"/>
                  </a:ext>
                </a:extLst>
              </p:cNvPr>
              <p:cNvSpPr/>
              <p:nvPr/>
            </p:nvSpPr>
            <p:spPr>
              <a:xfrm>
                <a:off x="11734518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8" name="순서도: 처리 254">
                <a:extLst>
                  <a:ext uri="{FF2B5EF4-FFF2-40B4-BE49-F238E27FC236}">
                    <a16:creationId xmlns:a16="http://schemas.microsoft.com/office/drawing/2014/main" id="{6C3CA3DB-B6F1-456B-8A8B-67619FF2C706}"/>
                  </a:ext>
                </a:extLst>
              </p:cNvPr>
              <p:cNvSpPr/>
              <p:nvPr/>
            </p:nvSpPr>
            <p:spPr>
              <a:xfrm>
                <a:off x="11886087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9" name="순서도: 처리 255">
                <a:extLst>
                  <a:ext uri="{FF2B5EF4-FFF2-40B4-BE49-F238E27FC236}">
                    <a16:creationId xmlns:a16="http://schemas.microsoft.com/office/drawing/2014/main" id="{447077C5-382E-4B27-9BBC-987DBF675A91}"/>
                  </a:ext>
                </a:extLst>
              </p:cNvPr>
              <p:cNvSpPr/>
              <p:nvPr/>
            </p:nvSpPr>
            <p:spPr>
              <a:xfrm>
                <a:off x="12037656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0" name="순서도: 처리 256">
                <a:extLst>
                  <a:ext uri="{FF2B5EF4-FFF2-40B4-BE49-F238E27FC236}">
                    <a16:creationId xmlns:a16="http://schemas.microsoft.com/office/drawing/2014/main" id="{9D31455E-F2A3-41FE-963B-12E2A7CC3483}"/>
                  </a:ext>
                </a:extLst>
              </p:cNvPr>
              <p:cNvSpPr/>
              <p:nvPr/>
            </p:nvSpPr>
            <p:spPr>
              <a:xfrm>
                <a:off x="12189225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1" name="순서도: 처리 257">
                <a:extLst>
                  <a:ext uri="{FF2B5EF4-FFF2-40B4-BE49-F238E27FC236}">
                    <a16:creationId xmlns:a16="http://schemas.microsoft.com/office/drawing/2014/main" id="{351F9C2B-F1C3-49B5-B368-865500E2599A}"/>
                  </a:ext>
                </a:extLst>
              </p:cNvPr>
              <p:cNvSpPr/>
              <p:nvPr/>
            </p:nvSpPr>
            <p:spPr>
              <a:xfrm>
                <a:off x="12340794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2" name="순서도: 처리 258">
                <a:extLst>
                  <a:ext uri="{FF2B5EF4-FFF2-40B4-BE49-F238E27FC236}">
                    <a16:creationId xmlns:a16="http://schemas.microsoft.com/office/drawing/2014/main" id="{1691D0E7-AF24-42B3-BCF7-A069A53A748B}"/>
                  </a:ext>
                </a:extLst>
              </p:cNvPr>
              <p:cNvSpPr/>
              <p:nvPr/>
            </p:nvSpPr>
            <p:spPr>
              <a:xfrm>
                <a:off x="12492363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3" name="순서도: 처리 259">
                <a:extLst>
                  <a:ext uri="{FF2B5EF4-FFF2-40B4-BE49-F238E27FC236}">
                    <a16:creationId xmlns:a16="http://schemas.microsoft.com/office/drawing/2014/main" id="{76454592-9B2F-4465-800F-2937443A9B75}"/>
                  </a:ext>
                </a:extLst>
              </p:cNvPr>
              <p:cNvSpPr/>
              <p:nvPr/>
            </p:nvSpPr>
            <p:spPr>
              <a:xfrm>
                <a:off x="12643932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4" name="순서도: 처리 260">
                <a:extLst>
                  <a:ext uri="{FF2B5EF4-FFF2-40B4-BE49-F238E27FC236}">
                    <a16:creationId xmlns:a16="http://schemas.microsoft.com/office/drawing/2014/main" id="{2E74C873-9406-4DA9-B20C-1EB20DE7E025}"/>
                  </a:ext>
                </a:extLst>
              </p:cNvPr>
              <p:cNvSpPr/>
              <p:nvPr/>
            </p:nvSpPr>
            <p:spPr>
              <a:xfrm>
                <a:off x="1279550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5" name="순서도: 처리 261">
                <a:extLst>
                  <a:ext uri="{FF2B5EF4-FFF2-40B4-BE49-F238E27FC236}">
                    <a16:creationId xmlns:a16="http://schemas.microsoft.com/office/drawing/2014/main" id="{34090F0C-C3E1-447A-A703-6709317CE686}"/>
                  </a:ext>
                </a:extLst>
              </p:cNvPr>
              <p:cNvSpPr/>
              <p:nvPr/>
            </p:nvSpPr>
            <p:spPr>
              <a:xfrm>
                <a:off x="12947070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6" name="순서도: 처리 262">
                <a:extLst>
                  <a:ext uri="{FF2B5EF4-FFF2-40B4-BE49-F238E27FC236}">
                    <a16:creationId xmlns:a16="http://schemas.microsoft.com/office/drawing/2014/main" id="{1BAB6E48-3E3B-4C08-9AC8-E2E538471D6C}"/>
                  </a:ext>
                </a:extLst>
              </p:cNvPr>
              <p:cNvSpPr/>
              <p:nvPr/>
            </p:nvSpPr>
            <p:spPr>
              <a:xfrm>
                <a:off x="13098639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7" name="순서도: 처리 263">
                <a:extLst>
                  <a:ext uri="{FF2B5EF4-FFF2-40B4-BE49-F238E27FC236}">
                    <a16:creationId xmlns:a16="http://schemas.microsoft.com/office/drawing/2014/main" id="{B630A9E4-A752-469D-AB49-CDA98F4A27F8}"/>
                  </a:ext>
                </a:extLst>
              </p:cNvPr>
              <p:cNvSpPr/>
              <p:nvPr/>
            </p:nvSpPr>
            <p:spPr>
              <a:xfrm>
                <a:off x="13250208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8" name="순서도: 처리 264">
                <a:extLst>
                  <a:ext uri="{FF2B5EF4-FFF2-40B4-BE49-F238E27FC236}">
                    <a16:creationId xmlns:a16="http://schemas.microsoft.com/office/drawing/2014/main" id="{070D3EC6-B0DC-446E-89B6-380EDC51D29B}"/>
                  </a:ext>
                </a:extLst>
              </p:cNvPr>
              <p:cNvSpPr/>
              <p:nvPr/>
            </p:nvSpPr>
            <p:spPr>
              <a:xfrm>
                <a:off x="13401777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9" name="순서도: 처리 265">
                <a:extLst>
                  <a:ext uri="{FF2B5EF4-FFF2-40B4-BE49-F238E27FC236}">
                    <a16:creationId xmlns:a16="http://schemas.microsoft.com/office/drawing/2014/main" id="{DF616EC2-3731-458B-878C-F1E8FF8EC24A}"/>
                  </a:ext>
                </a:extLst>
              </p:cNvPr>
              <p:cNvSpPr/>
              <p:nvPr/>
            </p:nvSpPr>
            <p:spPr>
              <a:xfrm>
                <a:off x="13553346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0" name="순서도: 처리 266">
                <a:extLst>
                  <a:ext uri="{FF2B5EF4-FFF2-40B4-BE49-F238E27FC236}">
                    <a16:creationId xmlns:a16="http://schemas.microsoft.com/office/drawing/2014/main" id="{86263943-3B40-41DA-9A5B-514AC5C614E9}"/>
                  </a:ext>
                </a:extLst>
              </p:cNvPr>
              <p:cNvSpPr/>
              <p:nvPr/>
            </p:nvSpPr>
            <p:spPr>
              <a:xfrm>
                <a:off x="13704915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1" name="순서도: 처리 267">
                <a:extLst>
                  <a:ext uri="{FF2B5EF4-FFF2-40B4-BE49-F238E27FC236}">
                    <a16:creationId xmlns:a16="http://schemas.microsoft.com/office/drawing/2014/main" id="{F4D9843F-5DC2-4897-B8D5-AEDE00EDE829}"/>
                  </a:ext>
                </a:extLst>
              </p:cNvPr>
              <p:cNvSpPr/>
              <p:nvPr/>
            </p:nvSpPr>
            <p:spPr>
              <a:xfrm>
                <a:off x="13856484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2" name="순서도: 처리 268">
                <a:extLst>
                  <a:ext uri="{FF2B5EF4-FFF2-40B4-BE49-F238E27FC236}">
                    <a16:creationId xmlns:a16="http://schemas.microsoft.com/office/drawing/2014/main" id="{4DD2DC53-3D04-416C-996A-48BC2AD618CE}"/>
                  </a:ext>
                </a:extLst>
              </p:cNvPr>
              <p:cNvSpPr/>
              <p:nvPr/>
            </p:nvSpPr>
            <p:spPr>
              <a:xfrm>
                <a:off x="14008053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3" name="순서도: 처리 269">
                <a:extLst>
                  <a:ext uri="{FF2B5EF4-FFF2-40B4-BE49-F238E27FC236}">
                    <a16:creationId xmlns:a16="http://schemas.microsoft.com/office/drawing/2014/main" id="{2A8AD488-3985-41CF-94E1-A842719697E1}"/>
                  </a:ext>
                </a:extLst>
              </p:cNvPr>
              <p:cNvSpPr/>
              <p:nvPr/>
            </p:nvSpPr>
            <p:spPr>
              <a:xfrm>
                <a:off x="1415962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3C65D53-81D9-4123-8294-34079C09A6CE}"/>
                </a:ext>
              </a:extLst>
            </p:cNvPr>
            <p:cNvSpPr txBox="1"/>
            <p:nvPr/>
          </p:nvSpPr>
          <p:spPr>
            <a:xfrm>
              <a:off x="3878079" y="4974398"/>
              <a:ext cx="732893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35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%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5A074A8-93AC-43CC-84C1-1836664A03C7}"/>
              </a:ext>
            </a:extLst>
          </p:cNvPr>
          <p:cNvGrpSpPr/>
          <p:nvPr/>
        </p:nvGrpSpPr>
        <p:grpSpPr>
          <a:xfrm>
            <a:off x="525943" y="4424833"/>
            <a:ext cx="6846746" cy="809397"/>
            <a:chOff x="732965" y="4626666"/>
            <a:chExt cx="6846746" cy="809397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139BC78-7661-422D-98F3-4D973493E73F}"/>
                </a:ext>
              </a:extLst>
            </p:cNvPr>
            <p:cNvSpPr txBox="1"/>
            <p:nvPr/>
          </p:nvSpPr>
          <p:spPr>
            <a:xfrm>
              <a:off x="732965" y="4626666"/>
              <a:ext cx="6846746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Look out for a saving account with better interest rate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13DA932-5706-4D39-B262-1940672CBD2C}"/>
                </a:ext>
              </a:extLst>
            </p:cNvPr>
            <p:cNvGrpSpPr/>
            <p:nvPr/>
          </p:nvGrpSpPr>
          <p:grpSpPr>
            <a:xfrm>
              <a:off x="817806" y="5057724"/>
              <a:ext cx="2987810" cy="288032"/>
              <a:chOff x="11279811" y="3925804"/>
              <a:chExt cx="2987810" cy="288032"/>
            </a:xfrm>
            <a:solidFill>
              <a:schemeClr val="bg1"/>
            </a:solidFill>
          </p:grpSpPr>
          <p:sp>
            <p:nvSpPr>
              <p:cNvPr id="118" name="순서도: 처리 250">
                <a:extLst>
                  <a:ext uri="{FF2B5EF4-FFF2-40B4-BE49-F238E27FC236}">
                    <a16:creationId xmlns:a16="http://schemas.microsoft.com/office/drawing/2014/main" id="{CEF0FC60-2A92-49EB-97A5-77DE53263C02}"/>
                  </a:ext>
                </a:extLst>
              </p:cNvPr>
              <p:cNvSpPr/>
              <p:nvPr/>
            </p:nvSpPr>
            <p:spPr>
              <a:xfrm>
                <a:off x="11279811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9" name="순서도: 처리 251">
                <a:extLst>
                  <a:ext uri="{FF2B5EF4-FFF2-40B4-BE49-F238E27FC236}">
                    <a16:creationId xmlns:a16="http://schemas.microsoft.com/office/drawing/2014/main" id="{243D2C2B-5F5B-426C-8D90-4C4C1B6A3F80}"/>
                  </a:ext>
                </a:extLst>
              </p:cNvPr>
              <p:cNvSpPr/>
              <p:nvPr/>
            </p:nvSpPr>
            <p:spPr>
              <a:xfrm>
                <a:off x="11431380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0" name="순서도: 처리 252">
                <a:extLst>
                  <a:ext uri="{FF2B5EF4-FFF2-40B4-BE49-F238E27FC236}">
                    <a16:creationId xmlns:a16="http://schemas.microsoft.com/office/drawing/2014/main" id="{320E0BAF-B3CD-4AE6-A306-87D47ECCF58A}"/>
                  </a:ext>
                </a:extLst>
              </p:cNvPr>
              <p:cNvSpPr/>
              <p:nvPr/>
            </p:nvSpPr>
            <p:spPr>
              <a:xfrm>
                <a:off x="11582949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1" name="순서도: 처리 253">
                <a:extLst>
                  <a:ext uri="{FF2B5EF4-FFF2-40B4-BE49-F238E27FC236}">
                    <a16:creationId xmlns:a16="http://schemas.microsoft.com/office/drawing/2014/main" id="{3E6FA735-5295-48E0-89E6-D66283599A5B}"/>
                  </a:ext>
                </a:extLst>
              </p:cNvPr>
              <p:cNvSpPr/>
              <p:nvPr/>
            </p:nvSpPr>
            <p:spPr>
              <a:xfrm>
                <a:off x="11734518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2" name="순서도: 처리 254">
                <a:extLst>
                  <a:ext uri="{FF2B5EF4-FFF2-40B4-BE49-F238E27FC236}">
                    <a16:creationId xmlns:a16="http://schemas.microsoft.com/office/drawing/2014/main" id="{6C3CA3DB-B6F1-456B-8A8B-67619FF2C706}"/>
                  </a:ext>
                </a:extLst>
              </p:cNvPr>
              <p:cNvSpPr/>
              <p:nvPr/>
            </p:nvSpPr>
            <p:spPr>
              <a:xfrm>
                <a:off x="11886087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3" name="순서도: 처리 255">
                <a:extLst>
                  <a:ext uri="{FF2B5EF4-FFF2-40B4-BE49-F238E27FC236}">
                    <a16:creationId xmlns:a16="http://schemas.microsoft.com/office/drawing/2014/main" id="{447077C5-382E-4B27-9BBC-987DBF675A91}"/>
                  </a:ext>
                </a:extLst>
              </p:cNvPr>
              <p:cNvSpPr/>
              <p:nvPr/>
            </p:nvSpPr>
            <p:spPr>
              <a:xfrm>
                <a:off x="12037656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4" name="순서도: 처리 256">
                <a:extLst>
                  <a:ext uri="{FF2B5EF4-FFF2-40B4-BE49-F238E27FC236}">
                    <a16:creationId xmlns:a16="http://schemas.microsoft.com/office/drawing/2014/main" id="{9D31455E-F2A3-41FE-963B-12E2A7CC3483}"/>
                  </a:ext>
                </a:extLst>
              </p:cNvPr>
              <p:cNvSpPr/>
              <p:nvPr/>
            </p:nvSpPr>
            <p:spPr>
              <a:xfrm>
                <a:off x="12189225" y="3925804"/>
                <a:ext cx="108000" cy="288032"/>
              </a:xfrm>
              <a:prstGeom prst="flowChartProcess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5" name="순서도: 처리 257">
                <a:extLst>
                  <a:ext uri="{FF2B5EF4-FFF2-40B4-BE49-F238E27FC236}">
                    <a16:creationId xmlns:a16="http://schemas.microsoft.com/office/drawing/2014/main" id="{351F9C2B-F1C3-49B5-B368-865500E2599A}"/>
                  </a:ext>
                </a:extLst>
              </p:cNvPr>
              <p:cNvSpPr/>
              <p:nvPr/>
            </p:nvSpPr>
            <p:spPr>
              <a:xfrm>
                <a:off x="12340794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6" name="순서도: 처리 258">
                <a:extLst>
                  <a:ext uri="{FF2B5EF4-FFF2-40B4-BE49-F238E27FC236}">
                    <a16:creationId xmlns:a16="http://schemas.microsoft.com/office/drawing/2014/main" id="{1691D0E7-AF24-42B3-BCF7-A069A53A748B}"/>
                  </a:ext>
                </a:extLst>
              </p:cNvPr>
              <p:cNvSpPr/>
              <p:nvPr/>
            </p:nvSpPr>
            <p:spPr>
              <a:xfrm>
                <a:off x="12492363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7" name="순서도: 처리 259">
                <a:extLst>
                  <a:ext uri="{FF2B5EF4-FFF2-40B4-BE49-F238E27FC236}">
                    <a16:creationId xmlns:a16="http://schemas.microsoft.com/office/drawing/2014/main" id="{76454592-9B2F-4465-800F-2937443A9B75}"/>
                  </a:ext>
                </a:extLst>
              </p:cNvPr>
              <p:cNvSpPr/>
              <p:nvPr/>
            </p:nvSpPr>
            <p:spPr>
              <a:xfrm>
                <a:off x="12643932" y="3925804"/>
                <a:ext cx="108000" cy="288032"/>
              </a:xfrm>
              <a:prstGeom prst="flowChartProcess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8" name="순서도: 처리 260">
                <a:extLst>
                  <a:ext uri="{FF2B5EF4-FFF2-40B4-BE49-F238E27FC236}">
                    <a16:creationId xmlns:a16="http://schemas.microsoft.com/office/drawing/2014/main" id="{2E74C873-9406-4DA9-B20C-1EB20DE7E025}"/>
                  </a:ext>
                </a:extLst>
              </p:cNvPr>
              <p:cNvSpPr/>
              <p:nvPr/>
            </p:nvSpPr>
            <p:spPr>
              <a:xfrm>
                <a:off x="1279550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9" name="순서도: 처리 261">
                <a:extLst>
                  <a:ext uri="{FF2B5EF4-FFF2-40B4-BE49-F238E27FC236}">
                    <a16:creationId xmlns:a16="http://schemas.microsoft.com/office/drawing/2014/main" id="{34090F0C-C3E1-447A-A703-6709317CE686}"/>
                  </a:ext>
                </a:extLst>
              </p:cNvPr>
              <p:cNvSpPr/>
              <p:nvPr/>
            </p:nvSpPr>
            <p:spPr>
              <a:xfrm>
                <a:off x="12947070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0" name="순서도: 처리 262">
                <a:extLst>
                  <a:ext uri="{FF2B5EF4-FFF2-40B4-BE49-F238E27FC236}">
                    <a16:creationId xmlns:a16="http://schemas.microsoft.com/office/drawing/2014/main" id="{1BAB6E48-3E3B-4C08-9AC8-E2E538471D6C}"/>
                  </a:ext>
                </a:extLst>
              </p:cNvPr>
              <p:cNvSpPr/>
              <p:nvPr/>
            </p:nvSpPr>
            <p:spPr>
              <a:xfrm>
                <a:off x="13098639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1" name="순서도: 처리 263">
                <a:extLst>
                  <a:ext uri="{FF2B5EF4-FFF2-40B4-BE49-F238E27FC236}">
                    <a16:creationId xmlns:a16="http://schemas.microsoft.com/office/drawing/2014/main" id="{B630A9E4-A752-469D-AB49-CDA98F4A27F8}"/>
                  </a:ext>
                </a:extLst>
              </p:cNvPr>
              <p:cNvSpPr/>
              <p:nvPr/>
            </p:nvSpPr>
            <p:spPr>
              <a:xfrm>
                <a:off x="13250208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2" name="순서도: 처리 264">
                <a:extLst>
                  <a:ext uri="{FF2B5EF4-FFF2-40B4-BE49-F238E27FC236}">
                    <a16:creationId xmlns:a16="http://schemas.microsoft.com/office/drawing/2014/main" id="{070D3EC6-B0DC-446E-89B6-380EDC51D29B}"/>
                  </a:ext>
                </a:extLst>
              </p:cNvPr>
              <p:cNvSpPr/>
              <p:nvPr/>
            </p:nvSpPr>
            <p:spPr>
              <a:xfrm>
                <a:off x="13401777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3" name="순서도: 처리 265">
                <a:extLst>
                  <a:ext uri="{FF2B5EF4-FFF2-40B4-BE49-F238E27FC236}">
                    <a16:creationId xmlns:a16="http://schemas.microsoft.com/office/drawing/2014/main" id="{DF616EC2-3731-458B-878C-F1E8FF8EC24A}"/>
                  </a:ext>
                </a:extLst>
              </p:cNvPr>
              <p:cNvSpPr/>
              <p:nvPr/>
            </p:nvSpPr>
            <p:spPr>
              <a:xfrm>
                <a:off x="13553346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4" name="순서도: 처리 266">
                <a:extLst>
                  <a:ext uri="{FF2B5EF4-FFF2-40B4-BE49-F238E27FC236}">
                    <a16:creationId xmlns:a16="http://schemas.microsoft.com/office/drawing/2014/main" id="{86263943-3B40-41DA-9A5B-514AC5C614E9}"/>
                  </a:ext>
                </a:extLst>
              </p:cNvPr>
              <p:cNvSpPr/>
              <p:nvPr/>
            </p:nvSpPr>
            <p:spPr>
              <a:xfrm>
                <a:off x="13704915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5" name="순서도: 처리 267">
                <a:extLst>
                  <a:ext uri="{FF2B5EF4-FFF2-40B4-BE49-F238E27FC236}">
                    <a16:creationId xmlns:a16="http://schemas.microsoft.com/office/drawing/2014/main" id="{F4D9843F-5DC2-4897-B8D5-AEDE00EDE829}"/>
                  </a:ext>
                </a:extLst>
              </p:cNvPr>
              <p:cNvSpPr/>
              <p:nvPr/>
            </p:nvSpPr>
            <p:spPr>
              <a:xfrm>
                <a:off x="13856484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6" name="순서도: 처리 268">
                <a:extLst>
                  <a:ext uri="{FF2B5EF4-FFF2-40B4-BE49-F238E27FC236}">
                    <a16:creationId xmlns:a16="http://schemas.microsoft.com/office/drawing/2014/main" id="{4DD2DC53-3D04-416C-996A-48BC2AD618CE}"/>
                  </a:ext>
                </a:extLst>
              </p:cNvPr>
              <p:cNvSpPr/>
              <p:nvPr/>
            </p:nvSpPr>
            <p:spPr>
              <a:xfrm>
                <a:off x="14008053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7" name="순서도: 처리 269">
                <a:extLst>
                  <a:ext uri="{FF2B5EF4-FFF2-40B4-BE49-F238E27FC236}">
                    <a16:creationId xmlns:a16="http://schemas.microsoft.com/office/drawing/2014/main" id="{2A8AD488-3985-41CF-94E1-A842719697E1}"/>
                  </a:ext>
                </a:extLst>
              </p:cNvPr>
              <p:cNvSpPr/>
              <p:nvPr/>
            </p:nvSpPr>
            <p:spPr>
              <a:xfrm>
                <a:off x="14159621" y="3925804"/>
                <a:ext cx="108000" cy="288032"/>
              </a:xfrm>
              <a:prstGeom prst="flowChartProcess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3C65D53-81D9-4123-8294-34079C09A6CE}"/>
                </a:ext>
              </a:extLst>
            </p:cNvPr>
            <p:cNvSpPr txBox="1"/>
            <p:nvPr/>
          </p:nvSpPr>
          <p:spPr>
            <a:xfrm>
              <a:off x="3878079" y="4974398"/>
              <a:ext cx="732893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35</a:t>
              </a:r>
              <a:r>
                <a: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%</a:t>
              </a:r>
              <a:endPara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Avoid the following traps </a:t>
            </a:r>
          </a:p>
        </p:txBody>
      </p:sp>
      <p:sp>
        <p:nvSpPr>
          <p:cNvPr id="3" name="Bent Arrow 4">
            <a:extLst>
              <a:ext uri="{FF2B5EF4-FFF2-40B4-BE49-F238E27FC236}">
                <a16:creationId xmlns:a16="http://schemas.microsoft.com/office/drawing/2014/main" id="{5187AB41-1534-46C8-B6BB-7AB19AEFD112}"/>
              </a:ext>
            </a:extLst>
          </p:cNvPr>
          <p:cNvSpPr/>
          <p:nvPr/>
        </p:nvSpPr>
        <p:spPr>
          <a:xfrm rot="5400000">
            <a:off x="3637154" y="4031729"/>
            <a:ext cx="626554" cy="1980000"/>
          </a:xfrm>
          <a:prstGeom prst="ben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Bent Arrow 5">
            <a:extLst>
              <a:ext uri="{FF2B5EF4-FFF2-40B4-BE49-F238E27FC236}">
                <a16:creationId xmlns:a16="http://schemas.microsoft.com/office/drawing/2014/main" id="{FCA99C30-9FBF-472E-B450-8D7337C97EDA}"/>
              </a:ext>
            </a:extLst>
          </p:cNvPr>
          <p:cNvSpPr/>
          <p:nvPr/>
        </p:nvSpPr>
        <p:spPr>
          <a:xfrm rot="5400000">
            <a:off x="5231318" y="3708751"/>
            <a:ext cx="626558" cy="1923540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5" name="Bent Arrow 6">
            <a:extLst>
              <a:ext uri="{FF2B5EF4-FFF2-40B4-BE49-F238E27FC236}">
                <a16:creationId xmlns:a16="http://schemas.microsoft.com/office/drawing/2014/main" id="{1426C273-E2B4-44EA-BEFF-9765614AE654}"/>
              </a:ext>
            </a:extLst>
          </p:cNvPr>
          <p:cNvSpPr/>
          <p:nvPr/>
        </p:nvSpPr>
        <p:spPr>
          <a:xfrm rot="5400000">
            <a:off x="6732140" y="3381804"/>
            <a:ext cx="626558" cy="1847338"/>
          </a:xfrm>
          <a:prstGeom prst="ben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" name="Bent Arrow 7">
            <a:extLst>
              <a:ext uri="{FF2B5EF4-FFF2-40B4-BE49-F238E27FC236}">
                <a16:creationId xmlns:a16="http://schemas.microsoft.com/office/drawing/2014/main" id="{32FED6B9-5058-473E-A65F-1821792C1E30}"/>
              </a:ext>
            </a:extLst>
          </p:cNvPr>
          <p:cNvSpPr/>
          <p:nvPr/>
        </p:nvSpPr>
        <p:spPr>
          <a:xfrm rot="5400000">
            <a:off x="8267512" y="3027562"/>
            <a:ext cx="626558" cy="1824010"/>
          </a:xfrm>
          <a:prstGeom prst="ben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" name="Bent Arrow 8">
            <a:extLst>
              <a:ext uri="{FF2B5EF4-FFF2-40B4-BE49-F238E27FC236}">
                <a16:creationId xmlns:a16="http://schemas.microsoft.com/office/drawing/2014/main" id="{B8F2EA47-8E3E-479A-B1EC-CA2ACD50C123}"/>
              </a:ext>
            </a:extLst>
          </p:cNvPr>
          <p:cNvSpPr/>
          <p:nvPr/>
        </p:nvSpPr>
        <p:spPr>
          <a:xfrm rot="5400000">
            <a:off x="9796026" y="2688376"/>
            <a:ext cx="626555" cy="1796940"/>
          </a:xfrm>
          <a:prstGeom prst="ben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Pentagon 9">
            <a:extLst>
              <a:ext uri="{FF2B5EF4-FFF2-40B4-BE49-F238E27FC236}">
                <a16:creationId xmlns:a16="http://schemas.microsoft.com/office/drawing/2014/main" id="{26AB4032-FC98-4FBB-B6AC-CB04BC8E1552}"/>
              </a:ext>
            </a:extLst>
          </p:cNvPr>
          <p:cNvSpPr/>
          <p:nvPr/>
        </p:nvSpPr>
        <p:spPr>
          <a:xfrm>
            <a:off x="9390378" y="1891547"/>
            <a:ext cx="2133027" cy="1368000"/>
          </a:xfrm>
          <a:prstGeom prst="homePlate">
            <a:avLst>
              <a:gd name="adj" fmla="val 30642"/>
            </a:avLst>
          </a:prstGeom>
          <a:solidFill>
            <a:schemeClr val="bg1"/>
          </a:solidFill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5599D-CD7D-4438-BF8E-763181CCD9A1}"/>
              </a:ext>
            </a:extLst>
          </p:cNvPr>
          <p:cNvSpPr/>
          <p:nvPr/>
        </p:nvSpPr>
        <p:spPr>
          <a:xfrm>
            <a:off x="7358991" y="1868305"/>
            <a:ext cx="1980000" cy="172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C2092F-258A-4CF3-929C-4B3787227984}"/>
              </a:ext>
            </a:extLst>
          </p:cNvPr>
          <p:cNvSpPr/>
          <p:nvPr/>
        </p:nvSpPr>
        <p:spPr>
          <a:xfrm>
            <a:off x="5680674" y="1867892"/>
            <a:ext cx="1980000" cy="208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C82225-A624-4BF5-8225-CC8890DBAD52}"/>
              </a:ext>
            </a:extLst>
          </p:cNvPr>
          <p:cNvSpPr/>
          <p:nvPr/>
        </p:nvSpPr>
        <p:spPr>
          <a:xfrm>
            <a:off x="4141750" y="1867892"/>
            <a:ext cx="1980000" cy="244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0D053C-5B85-46F5-91A9-55A45080C1AA}"/>
              </a:ext>
            </a:extLst>
          </p:cNvPr>
          <p:cNvSpPr/>
          <p:nvPr/>
        </p:nvSpPr>
        <p:spPr>
          <a:xfrm>
            <a:off x="2602826" y="1867892"/>
            <a:ext cx="1980000" cy="280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73EC4-34D7-49D2-86FC-C214406BE379}"/>
              </a:ext>
            </a:extLst>
          </p:cNvPr>
          <p:cNvSpPr txBox="1"/>
          <p:nvPr/>
        </p:nvSpPr>
        <p:spPr>
          <a:xfrm>
            <a:off x="3031164" y="1824314"/>
            <a:ext cx="14616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Opening up new branches without stable source of finance to repay the loan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8FB0F-DF1B-41C8-9B25-B1DA4B0148B8}"/>
              </a:ext>
            </a:extLst>
          </p:cNvPr>
          <p:cNvSpPr txBox="1"/>
          <p:nvPr/>
        </p:nvSpPr>
        <p:spPr>
          <a:xfrm>
            <a:off x="4549729" y="1945340"/>
            <a:ext cx="15654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Spending outside the budget estimations 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4F00A8-CB83-4005-9021-1042D233DC01}"/>
              </a:ext>
            </a:extLst>
          </p:cNvPr>
          <p:cNvSpPr txBox="1"/>
          <p:nvPr/>
        </p:nvSpPr>
        <p:spPr>
          <a:xfrm>
            <a:off x="6088655" y="1891547"/>
            <a:ext cx="1565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Drawings for luxury 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C4998-86AD-42BD-A65D-D71C3B05B837}"/>
              </a:ext>
            </a:extLst>
          </p:cNvPr>
          <p:cNvSpPr txBox="1"/>
          <p:nvPr/>
        </p:nvSpPr>
        <p:spPr>
          <a:xfrm>
            <a:off x="7654098" y="2004509"/>
            <a:ext cx="182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Unnecessary competition 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3E8E97-0A4C-4B7D-9AC9-3AE106C456BA}"/>
              </a:ext>
            </a:extLst>
          </p:cNvPr>
          <p:cNvSpPr txBox="1"/>
          <p:nvPr/>
        </p:nvSpPr>
        <p:spPr>
          <a:xfrm>
            <a:off x="9445336" y="2045435"/>
            <a:ext cx="1456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Witchcraft 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10305F-93C7-4B5E-B0A8-BBC1879E9B0F}"/>
              </a:ext>
            </a:extLst>
          </p:cNvPr>
          <p:cNvSpPr txBox="1"/>
          <p:nvPr/>
        </p:nvSpPr>
        <p:spPr>
          <a:xfrm>
            <a:off x="3567210" y="5368634"/>
            <a:ext cx="169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Sunk costs are not recoverable 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3566C0-1222-49C9-B08E-49B7BF0487E0}"/>
              </a:ext>
            </a:extLst>
          </p:cNvPr>
          <p:cNvSpPr txBox="1"/>
          <p:nvPr/>
        </p:nvSpPr>
        <p:spPr>
          <a:xfrm>
            <a:off x="5077855" y="5021868"/>
            <a:ext cx="169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Chances are high to lose focus 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295318-1498-440F-8FBB-F70774B775C8}"/>
              </a:ext>
            </a:extLst>
          </p:cNvPr>
          <p:cNvSpPr txBox="1"/>
          <p:nvPr/>
        </p:nvSpPr>
        <p:spPr>
          <a:xfrm>
            <a:off x="6588500" y="4675102"/>
            <a:ext cx="1694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Drains the business 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72B25F-7982-4B15-A374-EDFF9B188CD5}"/>
              </a:ext>
            </a:extLst>
          </p:cNvPr>
          <p:cNvSpPr txBox="1"/>
          <p:nvPr/>
        </p:nvSpPr>
        <p:spPr>
          <a:xfrm>
            <a:off x="8099145" y="4328336"/>
            <a:ext cx="169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Leads to unplanned expenditures 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D11D6F-AB17-4370-867F-06609FF3E752}"/>
              </a:ext>
            </a:extLst>
          </p:cNvPr>
          <p:cNvSpPr txBox="1"/>
          <p:nvPr/>
        </p:nvSpPr>
        <p:spPr>
          <a:xfrm>
            <a:off x="9609789" y="3981570"/>
            <a:ext cx="169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The beginning of your failure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Bent Arrow 4">
            <a:extLst>
              <a:ext uri="{FF2B5EF4-FFF2-40B4-BE49-F238E27FC236}">
                <a16:creationId xmlns:a16="http://schemas.microsoft.com/office/drawing/2014/main" id="{6DE54854-C600-49EE-8D13-2085D4B2FB03}"/>
              </a:ext>
            </a:extLst>
          </p:cNvPr>
          <p:cNvSpPr/>
          <p:nvPr/>
        </p:nvSpPr>
        <p:spPr>
          <a:xfrm rot="5400000">
            <a:off x="1988150" y="4246140"/>
            <a:ext cx="626554" cy="2264874"/>
          </a:xfrm>
          <a:prstGeom prst="ben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4" name="Rectangle 13">
            <a:extLst>
              <a:ext uri="{FF2B5EF4-FFF2-40B4-BE49-F238E27FC236}">
                <a16:creationId xmlns:a16="http://schemas.microsoft.com/office/drawing/2014/main" id="{65524175-FFDD-424A-A488-9FDABB372B2C}"/>
              </a:ext>
            </a:extLst>
          </p:cNvPr>
          <p:cNvSpPr/>
          <p:nvPr/>
        </p:nvSpPr>
        <p:spPr>
          <a:xfrm>
            <a:off x="1207902" y="1863828"/>
            <a:ext cx="1836000" cy="316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EAD16E-002D-42ED-806C-6EEABB920038}"/>
              </a:ext>
            </a:extLst>
          </p:cNvPr>
          <p:cNvSpPr txBox="1"/>
          <p:nvPr/>
        </p:nvSpPr>
        <p:spPr>
          <a:xfrm>
            <a:off x="1269580" y="1931889"/>
            <a:ext cx="16339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Being greedy for  loans without clear investment plan(s)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F2FFF5-3E1A-41EF-9DE1-EC3CA3C0D9EC}"/>
              </a:ext>
            </a:extLst>
          </p:cNvPr>
          <p:cNvSpPr txBox="1"/>
          <p:nvPr/>
        </p:nvSpPr>
        <p:spPr>
          <a:xfrm>
            <a:off x="2067798" y="5744126"/>
            <a:ext cx="169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Be mindful of the repayment period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So What</a:t>
            </a:r>
            <a:r>
              <a:rPr lang="en-US" dirty="0"/>
              <a:t>?!</a:t>
            </a: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C9EF98BB-7909-42CE-B8FD-0D9C81729DA6}"/>
              </a:ext>
            </a:extLst>
          </p:cNvPr>
          <p:cNvGrpSpPr/>
          <p:nvPr/>
        </p:nvGrpSpPr>
        <p:grpSpPr>
          <a:xfrm>
            <a:off x="9959105" y="1605967"/>
            <a:ext cx="1207911" cy="1207911"/>
            <a:chOff x="1259632" y="1927684"/>
            <a:chExt cx="2005372" cy="2005372"/>
          </a:xfrm>
        </p:grpSpPr>
        <p:sp>
          <p:nvSpPr>
            <p:cNvPr id="4" name="Oval 13">
              <a:extLst>
                <a:ext uri="{FF2B5EF4-FFF2-40B4-BE49-F238E27FC236}">
                  <a16:creationId xmlns:a16="http://schemas.microsoft.com/office/drawing/2014/main" id="{BB3A1286-099A-4F36-AAA0-00C0401AF47F}"/>
                </a:ext>
              </a:extLst>
            </p:cNvPr>
            <p:cNvSpPr/>
            <p:nvPr/>
          </p:nvSpPr>
          <p:spPr>
            <a:xfrm>
              <a:off x="1541124" y="2209176"/>
              <a:ext cx="1442389" cy="1442389"/>
            </a:xfrm>
            <a:prstGeom prst="ellipse">
              <a:avLst/>
            </a:prstGeom>
            <a:noFill/>
            <a:ln w="1270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0764372B-9DB8-417E-91E5-CB096DA25098}"/>
                </a:ext>
              </a:extLst>
            </p:cNvPr>
            <p:cNvSpPr/>
            <p:nvPr/>
          </p:nvSpPr>
          <p:spPr>
            <a:xfrm>
              <a:off x="1832924" y="2500976"/>
              <a:ext cx="858789" cy="858789"/>
            </a:xfrm>
            <a:prstGeom prst="ellipse">
              <a:avLst/>
            </a:prstGeom>
            <a:noFill/>
            <a:ln w="1270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15">
              <a:extLst>
                <a:ext uri="{FF2B5EF4-FFF2-40B4-BE49-F238E27FC236}">
                  <a16:creationId xmlns:a16="http://schemas.microsoft.com/office/drawing/2014/main" id="{CC2E453C-CD9F-4F59-9E5B-8943310A4596}"/>
                </a:ext>
              </a:extLst>
            </p:cNvPr>
            <p:cNvSpPr/>
            <p:nvPr/>
          </p:nvSpPr>
          <p:spPr>
            <a:xfrm>
              <a:off x="1259632" y="1927684"/>
              <a:ext cx="2005372" cy="2005372"/>
            </a:xfrm>
            <a:prstGeom prst="ellipse">
              <a:avLst/>
            </a:prstGeom>
            <a:noFill/>
            <a:ln w="1270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12">
            <a:extLst>
              <a:ext uri="{FF2B5EF4-FFF2-40B4-BE49-F238E27FC236}">
                <a16:creationId xmlns:a16="http://schemas.microsoft.com/office/drawing/2014/main" id="{D3F37F54-FC8D-4F7D-8D0F-9FD0019792C6}"/>
              </a:ext>
            </a:extLst>
          </p:cNvPr>
          <p:cNvGrpSpPr/>
          <p:nvPr/>
        </p:nvGrpSpPr>
        <p:grpSpPr>
          <a:xfrm>
            <a:off x="7048323" y="2088069"/>
            <a:ext cx="4267377" cy="4034152"/>
            <a:chOff x="5220072" y="1700808"/>
            <a:chExt cx="3085299" cy="4229422"/>
          </a:xfrm>
        </p:grpSpPr>
        <p:sp>
          <p:nvSpPr>
            <p:cNvPr id="8" name="Flowchart: Process 9">
              <a:extLst>
                <a:ext uri="{FF2B5EF4-FFF2-40B4-BE49-F238E27FC236}">
                  <a16:creationId xmlns:a16="http://schemas.microsoft.com/office/drawing/2014/main" id="{D4187C75-C129-426D-BE8C-EF807BE588F2}"/>
                </a:ext>
              </a:extLst>
            </p:cNvPr>
            <p:cNvSpPr/>
            <p:nvPr/>
          </p:nvSpPr>
          <p:spPr>
            <a:xfrm rot="19958372">
              <a:off x="5652279" y="4911423"/>
              <a:ext cx="2653092" cy="646469"/>
            </a:xfrm>
            <a:prstGeom prst="flowChartProcess">
              <a:avLst/>
            </a:prstGeom>
            <a:gradFill>
              <a:gsLst>
                <a:gs pos="99000">
                  <a:schemeClr val="bg1">
                    <a:lumMod val="49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  <a:effectLst>
              <a:glow>
                <a:schemeClr val="bg1">
                  <a:lumMod val="65000"/>
                  <a:alpha val="48000"/>
                </a:schemeClr>
              </a:glow>
              <a:softEdge rad="292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id="{9694F3B8-C4E5-4E67-B4A4-B0D06A1E2067}"/>
                </a:ext>
              </a:extLst>
            </p:cNvPr>
            <p:cNvGrpSpPr/>
            <p:nvPr/>
          </p:nvGrpSpPr>
          <p:grpSpPr>
            <a:xfrm>
              <a:off x="5710368" y="1700808"/>
              <a:ext cx="2528707" cy="4176464"/>
              <a:chOff x="5710368" y="1700808"/>
              <a:chExt cx="2528707" cy="4176464"/>
            </a:xfrm>
          </p:grpSpPr>
          <p:sp>
            <p:nvSpPr>
              <p:cNvPr id="11" name="Up Arrow 3">
                <a:extLst>
                  <a:ext uri="{FF2B5EF4-FFF2-40B4-BE49-F238E27FC236}">
                    <a16:creationId xmlns:a16="http://schemas.microsoft.com/office/drawing/2014/main" id="{A11B1411-8FA4-4D5E-8B57-D137B44C3D3C}"/>
                  </a:ext>
                </a:extLst>
              </p:cNvPr>
              <p:cNvSpPr/>
              <p:nvPr/>
            </p:nvSpPr>
            <p:spPr>
              <a:xfrm>
                <a:off x="6870923" y="1700808"/>
                <a:ext cx="1368152" cy="2035274"/>
              </a:xfrm>
              <a:prstGeom prst="upArrow">
                <a:avLst/>
              </a:prstGeom>
              <a:gradFill flip="none" rotWithShape="1">
                <a:gsLst>
                  <a:gs pos="99000">
                    <a:schemeClr val="accent4"/>
                  </a:gs>
                  <a:gs pos="0">
                    <a:schemeClr val="accent4">
                      <a:lumMod val="8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scene3d>
                <a:camera prst="orthographicFront">
                  <a:rot lat="20466618" lon="2567695" rev="20598856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lowchart: Data 6">
                <a:extLst>
                  <a:ext uri="{FF2B5EF4-FFF2-40B4-BE49-F238E27FC236}">
                    <a16:creationId xmlns:a16="http://schemas.microsoft.com/office/drawing/2014/main" id="{16C98C62-3FD4-420D-BF0F-72099FAA9C22}"/>
                  </a:ext>
                </a:extLst>
              </p:cNvPr>
              <p:cNvSpPr/>
              <p:nvPr/>
            </p:nvSpPr>
            <p:spPr>
              <a:xfrm flipH="1">
                <a:off x="6592296" y="3500344"/>
                <a:ext cx="1030423" cy="154661"/>
              </a:xfrm>
              <a:custGeom>
                <a:avLst/>
                <a:gdLst>
                  <a:gd name="connsiteX0" fmla="*/ 0 w 10000"/>
                  <a:gd name="connsiteY0" fmla="*/ 10000 h 10000"/>
                  <a:gd name="connsiteX1" fmla="*/ 2000 w 10000"/>
                  <a:gd name="connsiteY1" fmla="*/ 0 h 10000"/>
                  <a:gd name="connsiteX2" fmla="*/ 10000 w 10000"/>
                  <a:gd name="connsiteY2" fmla="*/ 0 h 10000"/>
                  <a:gd name="connsiteX3" fmla="*/ 8000 w 10000"/>
                  <a:gd name="connsiteY3" fmla="*/ 10000 h 10000"/>
                  <a:gd name="connsiteX4" fmla="*/ 0 w 10000"/>
                  <a:gd name="connsiteY4" fmla="*/ 10000 h 10000"/>
                  <a:gd name="connsiteX0" fmla="*/ 0 w 10000"/>
                  <a:gd name="connsiteY0" fmla="*/ 12315 h 12315"/>
                  <a:gd name="connsiteX1" fmla="*/ 2000 w 10000"/>
                  <a:gd name="connsiteY1" fmla="*/ 0 h 12315"/>
                  <a:gd name="connsiteX2" fmla="*/ 10000 w 10000"/>
                  <a:gd name="connsiteY2" fmla="*/ 2315 h 12315"/>
                  <a:gd name="connsiteX3" fmla="*/ 8000 w 10000"/>
                  <a:gd name="connsiteY3" fmla="*/ 12315 h 12315"/>
                  <a:gd name="connsiteX4" fmla="*/ 0 w 10000"/>
                  <a:gd name="connsiteY4" fmla="*/ 12315 h 12315"/>
                  <a:gd name="connsiteX0" fmla="*/ 0 w 10000"/>
                  <a:gd name="connsiteY0" fmla="*/ 16614 h 16614"/>
                  <a:gd name="connsiteX1" fmla="*/ 4728 w 10000"/>
                  <a:gd name="connsiteY1" fmla="*/ 0 h 16614"/>
                  <a:gd name="connsiteX2" fmla="*/ 10000 w 10000"/>
                  <a:gd name="connsiteY2" fmla="*/ 6614 h 16614"/>
                  <a:gd name="connsiteX3" fmla="*/ 8000 w 10000"/>
                  <a:gd name="connsiteY3" fmla="*/ 16614 h 16614"/>
                  <a:gd name="connsiteX4" fmla="*/ 0 w 10000"/>
                  <a:gd name="connsiteY4" fmla="*/ 16614 h 16614"/>
                  <a:gd name="connsiteX0" fmla="*/ 0 w 8016"/>
                  <a:gd name="connsiteY0" fmla="*/ 5370 h 16614"/>
                  <a:gd name="connsiteX1" fmla="*/ 2744 w 8016"/>
                  <a:gd name="connsiteY1" fmla="*/ 0 h 16614"/>
                  <a:gd name="connsiteX2" fmla="*/ 8016 w 8016"/>
                  <a:gd name="connsiteY2" fmla="*/ 6614 h 16614"/>
                  <a:gd name="connsiteX3" fmla="*/ 6016 w 8016"/>
                  <a:gd name="connsiteY3" fmla="*/ 16614 h 16614"/>
                  <a:gd name="connsiteX4" fmla="*/ 0 w 8016"/>
                  <a:gd name="connsiteY4" fmla="*/ 5370 h 16614"/>
                  <a:gd name="connsiteX0" fmla="*/ 0 w 9175"/>
                  <a:gd name="connsiteY0" fmla="*/ 3431 h 10199"/>
                  <a:gd name="connsiteX1" fmla="*/ 3423 w 9175"/>
                  <a:gd name="connsiteY1" fmla="*/ 199 h 10199"/>
                  <a:gd name="connsiteX2" fmla="*/ 9175 w 9175"/>
                  <a:gd name="connsiteY2" fmla="*/ 0 h 10199"/>
                  <a:gd name="connsiteX3" fmla="*/ 7505 w 9175"/>
                  <a:gd name="connsiteY3" fmla="*/ 10199 h 10199"/>
                  <a:gd name="connsiteX4" fmla="*/ 0 w 9175"/>
                  <a:gd name="connsiteY4" fmla="*/ 3431 h 10199"/>
                  <a:gd name="connsiteX0" fmla="*/ 0 w 10000"/>
                  <a:gd name="connsiteY0" fmla="*/ 3364 h 3364"/>
                  <a:gd name="connsiteX1" fmla="*/ 3731 w 10000"/>
                  <a:gd name="connsiteY1" fmla="*/ 195 h 3364"/>
                  <a:gd name="connsiteX2" fmla="*/ 10000 w 10000"/>
                  <a:gd name="connsiteY2" fmla="*/ 0 h 3364"/>
                  <a:gd name="connsiteX3" fmla="*/ 6831 w 10000"/>
                  <a:gd name="connsiteY3" fmla="*/ 3169 h 3364"/>
                  <a:gd name="connsiteX4" fmla="*/ 0 w 10000"/>
                  <a:gd name="connsiteY4" fmla="*/ 3364 h 3364"/>
                  <a:gd name="connsiteX0" fmla="*/ 0 w 10000"/>
                  <a:gd name="connsiteY0" fmla="*/ 11741 h 11741"/>
                  <a:gd name="connsiteX1" fmla="*/ 4068 w 10000"/>
                  <a:gd name="connsiteY1" fmla="*/ 0 h 11741"/>
                  <a:gd name="connsiteX2" fmla="*/ 10000 w 10000"/>
                  <a:gd name="connsiteY2" fmla="*/ 1741 h 11741"/>
                  <a:gd name="connsiteX3" fmla="*/ 6831 w 10000"/>
                  <a:gd name="connsiteY3" fmla="*/ 11161 h 11741"/>
                  <a:gd name="connsiteX4" fmla="*/ 0 w 10000"/>
                  <a:gd name="connsiteY4" fmla="*/ 11741 h 11741"/>
                  <a:gd name="connsiteX0" fmla="*/ 0 w 10000"/>
                  <a:gd name="connsiteY0" fmla="*/ 10000 h 10000"/>
                  <a:gd name="connsiteX1" fmla="*/ 4068 w 10000"/>
                  <a:gd name="connsiteY1" fmla="*/ 580 h 10000"/>
                  <a:gd name="connsiteX2" fmla="*/ 10000 w 10000"/>
                  <a:gd name="connsiteY2" fmla="*/ 0 h 10000"/>
                  <a:gd name="connsiteX3" fmla="*/ 6831 w 10000"/>
                  <a:gd name="connsiteY3" fmla="*/ 9420 h 10000"/>
                  <a:gd name="connsiteX4" fmla="*/ 0 w 10000"/>
                  <a:gd name="connsiteY4" fmla="*/ 10000 h 10000"/>
                  <a:gd name="connsiteX0" fmla="*/ 0 w 9830"/>
                  <a:gd name="connsiteY0" fmla="*/ 8685 h 9420"/>
                  <a:gd name="connsiteX1" fmla="*/ 3898 w 9830"/>
                  <a:gd name="connsiteY1" fmla="*/ 580 h 9420"/>
                  <a:gd name="connsiteX2" fmla="*/ 9830 w 9830"/>
                  <a:gd name="connsiteY2" fmla="*/ 0 h 9420"/>
                  <a:gd name="connsiteX3" fmla="*/ 6661 w 9830"/>
                  <a:gd name="connsiteY3" fmla="*/ 9420 h 9420"/>
                  <a:gd name="connsiteX4" fmla="*/ 0 w 9830"/>
                  <a:gd name="connsiteY4" fmla="*/ 8685 h 9420"/>
                  <a:gd name="connsiteX0" fmla="*/ 0 w 10000"/>
                  <a:gd name="connsiteY0" fmla="*/ 9220 h 10000"/>
                  <a:gd name="connsiteX1" fmla="*/ 3965 w 10000"/>
                  <a:gd name="connsiteY1" fmla="*/ 616 h 10000"/>
                  <a:gd name="connsiteX2" fmla="*/ 10000 w 10000"/>
                  <a:gd name="connsiteY2" fmla="*/ 0 h 10000"/>
                  <a:gd name="connsiteX3" fmla="*/ 6776 w 10000"/>
                  <a:gd name="connsiteY3" fmla="*/ 10000 h 10000"/>
                  <a:gd name="connsiteX4" fmla="*/ 0 w 10000"/>
                  <a:gd name="connsiteY4" fmla="*/ 9220 h 10000"/>
                  <a:gd name="connsiteX0" fmla="*/ 0 w 10000"/>
                  <a:gd name="connsiteY0" fmla="*/ 9499 h 10000"/>
                  <a:gd name="connsiteX1" fmla="*/ 3965 w 10000"/>
                  <a:gd name="connsiteY1" fmla="*/ 616 h 10000"/>
                  <a:gd name="connsiteX2" fmla="*/ 10000 w 10000"/>
                  <a:gd name="connsiteY2" fmla="*/ 0 h 10000"/>
                  <a:gd name="connsiteX3" fmla="*/ 6776 w 10000"/>
                  <a:gd name="connsiteY3" fmla="*/ 10000 h 10000"/>
                  <a:gd name="connsiteX4" fmla="*/ 0 w 10000"/>
                  <a:gd name="connsiteY4" fmla="*/ 9499 h 10000"/>
                  <a:gd name="connsiteX0" fmla="*/ 0 w 10000"/>
                  <a:gd name="connsiteY0" fmla="*/ 9499 h 10000"/>
                  <a:gd name="connsiteX1" fmla="*/ 4601 w 10000"/>
                  <a:gd name="connsiteY1" fmla="*/ 58 h 10000"/>
                  <a:gd name="connsiteX2" fmla="*/ 10000 w 10000"/>
                  <a:gd name="connsiteY2" fmla="*/ 0 h 10000"/>
                  <a:gd name="connsiteX3" fmla="*/ 6776 w 10000"/>
                  <a:gd name="connsiteY3" fmla="*/ 10000 h 10000"/>
                  <a:gd name="connsiteX4" fmla="*/ 0 w 10000"/>
                  <a:gd name="connsiteY4" fmla="*/ 9499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9499"/>
                    </a:moveTo>
                    <a:lnTo>
                      <a:pt x="4601" y="58"/>
                    </a:lnTo>
                    <a:lnTo>
                      <a:pt x="10000" y="0"/>
                    </a:lnTo>
                    <a:lnTo>
                      <a:pt x="6776" y="10000"/>
                    </a:lnTo>
                    <a:cubicBezTo>
                      <a:pt x="4517" y="9740"/>
                      <a:pt x="2403" y="9480"/>
                      <a:pt x="0" y="9499"/>
                    </a:cubicBezTo>
                    <a:close/>
                  </a:path>
                </a:pathLst>
              </a:custGeom>
              <a:gradFill>
                <a:gsLst>
                  <a:gs pos="99000">
                    <a:schemeClr val="accent4">
                      <a:lumMod val="48000"/>
                    </a:schemeClr>
                  </a:gs>
                  <a:gs pos="0">
                    <a:schemeClr val="accent4">
                      <a:lumMod val="9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CF9B6646-F53A-42A5-A09A-3A4CCCF2DED3}"/>
                  </a:ext>
                </a:extLst>
              </p:cNvPr>
              <p:cNvSpPr/>
              <p:nvPr/>
            </p:nvSpPr>
            <p:spPr>
              <a:xfrm>
                <a:off x="6372200" y="3429000"/>
                <a:ext cx="720080" cy="1368152"/>
              </a:xfrm>
              <a:prstGeom prst="rect">
                <a:avLst/>
              </a:prstGeom>
              <a:gradFill flip="none" rotWithShape="1">
                <a:gsLst>
                  <a:gs pos="99000">
                    <a:schemeClr val="accent4">
                      <a:lumMod val="73000"/>
                    </a:schemeClr>
                  </a:gs>
                  <a:gs pos="0">
                    <a:schemeClr val="accent4">
                      <a:lumMod val="94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scene3d>
                <a:camera prst="orthographicFront">
                  <a:rot lat="20466618" lon="2567695" rev="20598856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Data 6">
                <a:extLst>
                  <a:ext uri="{FF2B5EF4-FFF2-40B4-BE49-F238E27FC236}">
                    <a16:creationId xmlns:a16="http://schemas.microsoft.com/office/drawing/2014/main" id="{7BF97771-D5A8-4ADA-A0F0-71684CB89102}"/>
                  </a:ext>
                </a:extLst>
              </p:cNvPr>
              <p:cNvSpPr/>
              <p:nvPr/>
            </p:nvSpPr>
            <p:spPr>
              <a:xfrm flipH="1">
                <a:off x="5916298" y="4572715"/>
                <a:ext cx="954624" cy="164183"/>
              </a:xfrm>
              <a:custGeom>
                <a:avLst/>
                <a:gdLst>
                  <a:gd name="connsiteX0" fmla="*/ 0 w 10000"/>
                  <a:gd name="connsiteY0" fmla="*/ 10000 h 10000"/>
                  <a:gd name="connsiteX1" fmla="*/ 2000 w 10000"/>
                  <a:gd name="connsiteY1" fmla="*/ 0 h 10000"/>
                  <a:gd name="connsiteX2" fmla="*/ 10000 w 10000"/>
                  <a:gd name="connsiteY2" fmla="*/ 0 h 10000"/>
                  <a:gd name="connsiteX3" fmla="*/ 8000 w 10000"/>
                  <a:gd name="connsiteY3" fmla="*/ 10000 h 10000"/>
                  <a:gd name="connsiteX4" fmla="*/ 0 w 10000"/>
                  <a:gd name="connsiteY4" fmla="*/ 10000 h 10000"/>
                  <a:gd name="connsiteX0" fmla="*/ 0 w 10000"/>
                  <a:gd name="connsiteY0" fmla="*/ 12315 h 12315"/>
                  <a:gd name="connsiteX1" fmla="*/ 2000 w 10000"/>
                  <a:gd name="connsiteY1" fmla="*/ 0 h 12315"/>
                  <a:gd name="connsiteX2" fmla="*/ 10000 w 10000"/>
                  <a:gd name="connsiteY2" fmla="*/ 2315 h 12315"/>
                  <a:gd name="connsiteX3" fmla="*/ 8000 w 10000"/>
                  <a:gd name="connsiteY3" fmla="*/ 12315 h 12315"/>
                  <a:gd name="connsiteX4" fmla="*/ 0 w 10000"/>
                  <a:gd name="connsiteY4" fmla="*/ 12315 h 12315"/>
                  <a:gd name="connsiteX0" fmla="*/ 0 w 10000"/>
                  <a:gd name="connsiteY0" fmla="*/ 16614 h 16614"/>
                  <a:gd name="connsiteX1" fmla="*/ 4728 w 10000"/>
                  <a:gd name="connsiteY1" fmla="*/ 0 h 16614"/>
                  <a:gd name="connsiteX2" fmla="*/ 10000 w 10000"/>
                  <a:gd name="connsiteY2" fmla="*/ 6614 h 16614"/>
                  <a:gd name="connsiteX3" fmla="*/ 8000 w 10000"/>
                  <a:gd name="connsiteY3" fmla="*/ 16614 h 16614"/>
                  <a:gd name="connsiteX4" fmla="*/ 0 w 10000"/>
                  <a:gd name="connsiteY4" fmla="*/ 16614 h 16614"/>
                  <a:gd name="connsiteX0" fmla="*/ 0 w 8016"/>
                  <a:gd name="connsiteY0" fmla="*/ 5370 h 16614"/>
                  <a:gd name="connsiteX1" fmla="*/ 2744 w 8016"/>
                  <a:gd name="connsiteY1" fmla="*/ 0 h 16614"/>
                  <a:gd name="connsiteX2" fmla="*/ 8016 w 8016"/>
                  <a:gd name="connsiteY2" fmla="*/ 6614 h 16614"/>
                  <a:gd name="connsiteX3" fmla="*/ 6016 w 8016"/>
                  <a:gd name="connsiteY3" fmla="*/ 16614 h 16614"/>
                  <a:gd name="connsiteX4" fmla="*/ 0 w 8016"/>
                  <a:gd name="connsiteY4" fmla="*/ 5370 h 16614"/>
                  <a:gd name="connsiteX0" fmla="*/ 0 w 9175"/>
                  <a:gd name="connsiteY0" fmla="*/ 3431 h 10199"/>
                  <a:gd name="connsiteX1" fmla="*/ 3423 w 9175"/>
                  <a:gd name="connsiteY1" fmla="*/ 199 h 10199"/>
                  <a:gd name="connsiteX2" fmla="*/ 9175 w 9175"/>
                  <a:gd name="connsiteY2" fmla="*/ 0 h 10199"/>
                  <a:gd name="connsiteX3" fmla="*/ 7505 w 9175"/>
                  <a:gd name="connsiteY3" fmla="*/ 10199 h 10199"/>
                  <a:gd name="connsiteX4" fmla="*/ 0 w 9175"/>
                  <a:gd name="connsiteY4" fmla="*/ 3431 h 10199"/>
                  <a:gd name="connsiteX0" fmla="*/ 0 w 10000"/>
                  <a:gd name="connsiteY0" fmla="*/ 3364 h 3364"/>
                  <a:gd name="connsiteX1" fmla="*/ 3731 w 10000"/>
                  <a:gd name="connsiteY1" fmla="*/ 195 h 3364"/>
                  <a:gd name="connsiteX2" fmla="*/ 10000 w 10000"/>
                  <a:gd name="connsiteY2" fmla="*/ 0 h 3364"/>
                  <a:gd name="connsiteX3" fmla="*/ 6831 w 10000"/>
                  <a:gd name="connsiteY3" fmla="*/ 3169 h 3364"/>
                  <a:gd name="connsiteX4" fmla="*/ 0 w 10000"/>
                  <a:gd name="connsiteY4" fmla="*/ 3364 h 3364"/>
                  <a:gd name="connsiteX0" fmla="*/ 0 w 10000"/>
                  <a:gd name="connsiteY0" fmla="*/ 11741 h 11741"/>
                  <a:gd name="connsiteX1" fmla="*/ 4068 w 10000"/>
                  <a:gd name="connsiteY1" fmla="*/ 0 h 11741"/>
                  <a:gd name="connsiteX2" fmla="*/ 10000 w 10000"/>
                  <a:gd name="connsiteY2" fmla="*/ 1741 h 11741"/>
                  <a:gd name="connsiteX3" fmla="*/ 6831 w 10000"/>
                  <a:gd name="connsiteY3" fmla="*/ 11161 h 11741"/>
                  <a:gd name="connsiteX4" fmla="*/ 0 w 10000"/>
                  <a:gd name="connsiteY4" fmla="*/ 11741 h 11741"/>
                  <a:gd name="connsiteX0" fmla="*/ 0 w 10000"/>
                  <a:gd name="connsiteY0" fmla="*/ 10000 h 10000"/>
                  <a:gd name="connsiteX1" fmla="*/ 4068 w 10000"/>
                  <a:gd name="connsiteY1" fmla="*/ 580 h 10000"/>
                  <a:gd name="connsiteX2" fmla="*/ 10000 w 10000"/>
                  <a:gd name="connsiteY2" fmla="*/ 0 h 10000"/>
                  <a:gd name="connsiteX3" fmla="*/ 6831 w 10000"/>
                  <a:gd name="connsiteY3" fmla="*/ 9420 h 10000"/>
                  <a:gd name="connsiteX4" fmla="*/ 0 w 10000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4068" y="580"/>
                    </a:lnTo>
                    <a:lnTo>
                      <a:pt x="10000" y="0"/>
                    </a:lnTo>
                    <a:lnTo>
                      <a:pt x="6831" y="9420"/>
                    </a:lnTo>
                    <a:lnTo>
                      <a:pt x="0" y="10000"/>
                    </a:lnTo>
                    <a:close/>
                  </a:path>
                </a:pathLst>
              </a:custGeom>
              <a:gradFill>
                <a:gsLst>
                  <a:gs pos="99000">
                    <a:schemeClr val="accent4">
                      <a:lumMod val="17000"/>
                    </a:schemeClr>
                  </a:gs>
                  <a:gs pos="0">
                    <a:schemeClr val="accent4">
                      <a:lumMod val="78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8">
                <a:extLst>
                  <a:ext uri="{FF2B5EF4-FFF2-40B4-BE49-F238E27FC236}">
                    <a16:creationId xmlns:a16="http://schemas.microsoft.com/office/drawing/2014/main" id="{7E5083B1-2F21-4727-A1A6-3A9BC5D897F5}"/>
                  </a:ext>
                </a:extLst>
              </p:cNvPr>
              <p:cNvSpPr/>
              <p:nvPr/>
            </p:nvSpPr>
            <p:spPr>
              <a:xfrm>
                <a:off x="5710368" y="4509120"/>
                <a:ext cx="720080" cy="1368152"/>
              </a:xfrm>
              <a:prstGeom prst="rect">
                <a:avLst/>
              </a:prstGeom>
              <a:gradFill flip="none" rotWithShape="1">
                <a:gsLst>
                  <a:gs pos="99000">
                    <a:schemeClr val="accent4">
                      <a:lumMod val="62000"/>
                    </a:schemeClr>
                  </a:gs>
                  <a:gs pos="44000">
                    <a:schemeClr val="accent4">
                      <a:lumMod val="8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scene3d>
                <a:camera prst="orthographicFront">
                  <a:rot lat="20466618" lon="2567695" rev="20598856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Picture 2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6F895A26-8CCF-440F-819E-4671AD544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5703821"/>
              <a:ext cx="1338808" cy="226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7B6F3450-88B3-4D0F-917C-F79E6BE34DDB}"/>
              </a:ext>
            </a:extLst>
          </p:cNvPr>
          <p:cNvCxnSpPr>
            <a:cxnSpLocks/>
          </p:cNvCxnSpPr>
          <p:nvPr/>
        </p:nvCxnSpPr>
        <p:spPr>
          <a:xfrm flipV="1">
            <a:off x="3682380" y="3116460"/>
            <a:ext cx="5112000" cy="9524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76BB25B-5AC9-4D17-9CC7-8B45EAB64FE9}"/>
              </a:ext>
            </a:extLst>
          </p:cNvPr>
          <p:cNvSpPr txBox="1"/>
          <p:nvPr/>
        </p:nvSpPr>
        <p:spPr>
          <a:xfrm>
            <a:off x="3725743" y="2272822"/>
            <a:ext cx="5647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Achieve and/or realize your long term goal or dream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BD81A988-177A-4E3E-96A1-E62897F91560}"/>
              </a:ext>
            </a:extLst>
          </p:cNvPr>
          <p:cNvSpPr/>
          <p:nvPr/>
        </p:nvSpPr>
        <p:spPr>
          <a:xfrm>
            <a:off x="2818285" y="2271712"/>
            <a:ext cx="864096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8">
            <a:extLst>
              <a:ext uri="{FF2B5EF4-FFF2-40B4-BE49-F238E27FC236}">
                <a16:creationId xmlns:a16="http://schemas.microsoft.com/office/drawing/2014/main" id="{64A9223E-FBC9-4121-9754-B2F5ED59252D}"/>
              </a:ext>
            </a:extLst>
          </p:cNvPr>
          <p:cNvCxnSpPr>
            <a:cxnSpLocks/>
          </p:cNvCxnSpPr>
          <p:nvPr/>
        </p:nvCxnSpPr>
        <p:spPr>
          <a:xfrm flipV="1">
            <a:off x="2695370" y="4424988"/>
            <a:ext cx="5112000" cy="9524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260CC6-6193-4918-A39D-D4EC8CCCBA4C}"/>
              </a:ext>
            </a:extLst>
          </p:cNvPr>
          <p:cNvSpPr txBox="1"/>
          <p:nvPr/>
        </p:nvSpPr>
        <p:spPr>
          <a:xfrm>
            <a:off x="2953183" y="3621398"/>
            <a:ext cx="5647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Remain focused to grow your finances 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 32">
            <a:extLst>
              <a:ext uri="{FF2B5EF4-FFF2-40B4-BE49-F238E27FC236}">
                <a16:creationId xmlns:a16="http://schemas.microsoft.com/office/drawing/2014/main" id="{2F157EDF-832C-4BA5-8339-BEE4B10D7543}"/>
              </a:ext>
            </a:extLst>
          </p:cNvPr>
          <p:cNvSpPr/>
          <p:nvPr/>
        </p:nvSpPr>
        <p:spPr>
          <a:xfrm>
            <a:off x="1901585" y="3580240"/>
            <a:ext cx="864000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33">
            <a:extLst>
              <a:ext uri="{FF2B5EF4-FFF2-40B4-BE49-F238E27FC236}">
                <a16:creationId xmlns:a16="http://schemas.microsoft.com/office/drawing/2014/main" id="{6CF04826-7D88-4718-91BC-B2F9BCEEF38B}"/>
              </a:ext>
            </a:extLst>
          </p:cNvPr>
          <p:cNvCxnSpPr>
            <a:cxnSpLocks/>
          </p:cNvCxnSpPr>
          <p:nvPr/>
        </p:nvCxnSpPr>
        <p:spPr>
          <a:xfrm flipV="1">
            <a:off x="1778671" y="5733515"/>
            <a:ext cx="5112000" cy="9524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1939AF-A87B-4C45-8E74-DFB096AB7375}"/>
              </a:ext>
            </a:extLst>
          </p:cNvPr>
          <p:cNvSpPr txBox="1"/>
          <p:nvPr/>
        </p:nvSpPr>
        <p:spPr>
          <a:xfrm>
            <a:off x="2004654" y="5298839"/>
            <a:ext cx="4660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Take time to plan 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Rectangle 37">
            <a:extLst>
              <a:ext uri="{FF2B5EF4-FFF2-40B4-BE49-F238E27FC236}">
                <a16:creationId xmlns:a16="http://schemas.microsoft.com/office/drawing/2014/main" id="{913145F9-34FA-48EA-A59F-B21618D59D3C}"/>
              </a:ext>
            </a:extLst>
          </p:cNvPr>
          <p:cNvSpPr/>
          <p:nvPr/>
        </p:nvSpPr>
        <p:spPr>
          <a:xfrm>
            <a:off x="990856" y="4888767"/>
            <a:ext cx="864000" cy="8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6E0655AD-C96E-4219-B6EA-D4E7B726B420}"/>
              </a:ext>
            </a:extLst>
          </p:cNvPr>
          <p:cNvSpPr/>
          <p:nvPr/>
        </p:nvSpPr>
        <p:spPr>
          <a:xfrm flipH="1">
            <a:off x="2122372" y="3859972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D6200EE9-E826-4727-857F-8CABEE3CC009}"/>
              </a:ext>
            </a:extLst>
          </p:cNvPr>
          <p:cNvSpPr/>
          <p:nvPr/>
        </p:nvSpPr>
        <p:spPr>
          <a:xfrm>
            <a:off x="3080535" y="2539185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7D7CDC4F-1322-4041-8C5F-560B8941415E}"/>
              </a:ext>
            </a:extLst>
          </p:cNvPr>
          <p:cNvSpPr/>
          <p:nvPr/>
        </p:nvSpPr>
        <p:spPr>
          <a:xfrm>
            <a:off x="1209331" y="5187727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282"/>
            <a:ext cx="12192000" cy="654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38185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483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jtblit@gmail.com</cp:lastModifiedBy>
  <cp:revision>90</cp:revision>
  <dcterms:created xsi:type="dcterms:W3CDTF">2020-01-20T05:08:25Z</dcterms:created>
  <dcterms:modified xsi:type="dcterms:W3CDTF">2023-01-01T15:04:02Z</dcterms:modified>
</cp:coreProperties>
</file>